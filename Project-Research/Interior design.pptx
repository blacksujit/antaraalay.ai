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4" roundtripDataSignature="AMtx7mhUvgI87t6BiumAUeYu7vO6aHSLw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946"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2" name="Google Shape;23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8" name="Google Shape;23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4" name="Google Shape;24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0" name="Google Shape;25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6" name="Google Shape;25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2" name="Google Shape;26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6c812bf55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6c812bf55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4" name="Google Shape;274;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9" name="Google Shape;279;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52"/>
        <p:cNvGrpSpPr/>
        <p:nvPr/>
      </p:nvGrpSpPr>
      <p:grpSpPr>
        <a:xfrm>
          <a:off x="0" y="0"/>
          <a:ext cx="0" cy="0"/>
          <a:chOff x="0" y="0"/>
          <a:chExt cx="0" cy="0"/>
        </a:xfrm>
      </p:grpSpPr>
      <p:pic>
        <p:nvPicPr>
          <p:cNvPr id="53" name="Google Shape;53;p13" descr="\\DROBO-FS\QuickDrops\JB\PPTX NG\Droplets\LightingOverlay.png"/>
          <p:cNvPicPr preferRelativeResize="0"/>
          <p:nvPr/>
        </p:nvPicPr>
        <p:blipFill rotWithShape="1">
          <a:blip r:embed="rId2">
            <a:alphaModFix amt="30000"/>
          </a:blip>
          <a:srcRect/>
          <a:stretch/>
        </p:blipFill>
        <p:spPr>
          <a:xfrm>
            <a:off x="0" y="-1"/>
            <a:ext cx="12192003" cy="6858001"/>
          </a:xfrm>
          <a:prstGeom prst="rect">
            <a:avLst/>
          </a:prstGeom>
          <a:noFill/>
          <a:ln>
            <a:noFill/>
          </a:ln>
        </p:spPr>
      </p:pic>
      <p:grpSp>
        <p:nvGrpSpPr>
          <p:cNvPr id="54" name="Google Shape;54;p13"/>
          <p:cNvGrpSpPr/>
          <p:nvPr/>
        </p:nvGrpSpPr>
        <p:grpSpPr>
          <a:xfrm>
            <a:off x="0" y="0"/>
            <a:ext cx="2305051" cy="6858001"/>
            <a:chOff x="0" y="0"/>
            <a:chExt cx="2305051" cy="6858001"/>
          </a:xfrm>
        </p:grpSpPr>
        <p:sp>
          <p:nvSpPr>
            <p:cNvPr id="55" name="Google Shape;55;p13"/>
            <p:cNvSpPr/>
            <p:nvPr/>
          </p:nvSpPr>
          <p:spPr>
            <a:xfrm>
              <a:off x="1209675" y="4763"/>
              <a:ext cx="23813" cy="2181225"/>
            </a:xfrm>
            <a:prstGeom prst="rect">
              <a:avLst/>
            </a:prstGeom>
            <a:gradFill>
              <a:gsLst>
                <a:gs pos="0">
                  <a:schemeClr val="lt2"/>
                </a:gs>
                <a:gs pos="100000">
                  <a:srgbClr val="3B95DE"/>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13"/>
            <p:cNvSpPr/>
            <p:nvPr/>
          </p:nvSpPr>
          <p:spPr>
            <a:xfrm>
              <a:off x="1128713" y="2176463"/>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lt2"/>
                </a:gs>
                <a:gs pos="100000">
                  <a:srgbClr val="3B95DE"/>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3"/>
            <p:cNvSpPr/>
            <p:nvPr/>
          </p:nvSpPr>
          <p:spPr>
            <a:xfrm>
              <a:off x="1123950" y="4021138"/>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3B95DE"/>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13"/>
            <p:cNvSpPr/>
            <p:nvPr/>
          </p:nvSpPr>
          <p:spPr>
            <a:xfrm>
              <a:off x="414338" y="9525"/>
              <a:ext cx="28575" cy="4481513"/>
            </a:xfrm>
            <a:prstGeom prst="rect">
              <a:avLst/>
            </a:prstGeom>
            <a:gradFill>
              <a:gsLst>
                <a:gs pos="0">
                  <a:schemeClr val="lt2"/>
                </a:gs>
                <a:gs pos="100000">
                  <a:srgbClr val="3B95DE"/>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13"/>
            <p:cNvSpPr/>
            <p:nvPr/>
          </p:nvSpPr>
          <p:spPr>
            <a:xfrm>
              <a:off x="333375" y="4481513"/>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3B95DE"/>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13"/>
            <p:cNvSpPr/>
            <p:nvPr/>
          </p:nvSpPr>
          <p:spPr>
            <a:xfrm>
              <a:off x="190500" y="9525"/>
              <a:ext cx="152400" cy="908050"/>
            </a:xfrm>
            <a:custGeom>
              <a:avLst/>
              <a:gdLst/>
              <a:ahLst/>
              <a:cxnLst/>
              <a:rect l="l" t="t" r="r" b="b"/>
              <a:pathLst>
                <a:path w="96" h="572" extrusionOk="0">
                  <a:moveTo>
                    <a:pt x="15" y="572"/>
                  </a:moveTo>
                  <a:lnTo>
                    <a:pt x="0" y="566"/>
                  </a:lnTo>
                  <a:lnTo>
                    <a:pt x="81" y="380"/>
                  </a:lnTo>
                  <a:lnTo>
                    <a:pt x="81" y="0"/>
                  </a:lnTo>
                  <a:lnTo>
                    <a:pt x="96" y="0"/>
                  </a:lnTo>
                  <a:lnTo>
                    <a:pt x="96" y="383"/>
                  </a:lnTo>
                  <a:lnTo>
                    <a:pt x="15" y="572"/>
                  </a:lnTo>
                  <a:close/>
                </a:path>
              </a:pathLst>
            </a:custGeom>
            <a:gradFill>
              <a:gsLst>
                <a:gs pos="0">
                  <a:schemeClr val="lt2"/>
                </a:gs>
                <a:gs pos="100000">
                  <a:srgbClr val="3B95DE"/>
                </a:gs>
              </a:gsLst>
              <a:lin ang="5400000" scaled="0"/>
            </a:gradFill>
            <a:ln>
              <a:noFill/>
            </a:ln>
          </p:spPr>
        </p:sp>
        <p:sp>
          <p:nvSpPr>
            <p:cNvPr id="61" name="Google Shape;61;p13"/>
            <p:cNvSpPr/>
            <p:nvPr/>
          </p:nvSpPr>
          <p:spPr>
            <a:xfrm>
              <a:off x="1290638" y="14288"/>
              <a:ext cx="376238" cy="1801813"/>
            </a:xfrm>
            <a:custGeom>
              <a:avLst/>
              <a:gdLst/>
              <a:ahLst/>
              <a:cxnLst/>
              <a:rect l="l" t="t" r="r" b="b"/>
              <a:pathLst>
                <a:path w="237" h="1135" extrusionOk="0">
                  <a:moveTo>
                    <a:pt x="222" y="1135"/>
                  </a:moveTo>
                  <a:lnTo>
                    <a:pt x="0" y="620"/>
                  </a:lnTo>
                  <a:lnTo>
                    <a:pt x="0" y="0"/>
                  </a:lnTo>
                  <a:lnTo>
                    <a:pt x="18" y="0"/>
                  </a:lnTo>
                  <a:lnTo>
                    <a:pt x="18" y="617"/>
                  </a:lnTo>
                  <a:lnTo>
                    <a:pt x="237" y="1129"/>
                  </a:lnTo>
                  <a:lnTo>
                    <a:pt x="222" y="1135"/>
                  </a:lnTo>
                  <a:close/>
                </a:path>
              </a:pathLst>
            </a:custGeom>
            <a:gradFill>
              <a:gsLst>
                <a:gs pos="0">
                  <a:schemeClr val="lt2"/>
                </a:gs>
                <a:gs pos="100000">
                  <a:srgbClr val="3B95DE"/>
                </a:gs>
              </a:gsLst>
              <a:lin ang="5400000" scaled="0"/>
            </a:gradFill>
            <a:ln>
              <a:noFill/>
            </a:ln>
          </p:spPr>
        </p:sp>
        <p:sp>
          <p:nvSpPr>
            <p:cNvPr id="62" name="Google Shape;62;p13"/>
            <p:cNvSpPr/>
            <p:nvPr/>
          </p:nvSpPr>
          <p:spPr>
            <a:xfrm>
              <a:off x="1600200" y="1801813"/>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lt2"/>
                </a:gs>
                <a:gs pos="100000">
                  <a:srgbClr val="3B95DE"/>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13"/>
            <p:cNvSpPr/>
            <p:nvPr/>
          </p:nvSpPr>
          <p:spPr>
            <a:xfrm>
              <a:off x="1381125" y="9525"/>
              <a:ext cx="371475" cy="1425575"/>
            </a:xfrm>
            <a:custGeom>
              <a:avLst/>
              <a:gdLst/>
              <a:ahLst/>
              <a:cxnLst/>
              <a:rect l="l" t="t" r="r" b="b"/>
              <a:pathLst>
                <a:path w="234" h="898" extrusionOk="0">
                  <a:moveTo>
                    <a:pt x="219" y="898"/>
                  </a:moveTo>
                  <a:lnTo>
                    <a:pt x="0" y="383"/>
                  </a:lnTo>
                  <a:lnTo>
                    <a:pt x="0" y="0"/>
                  </a:lnTo>
                  <a:lnTo>
                    <a:pt x="15" y="0"/>
                  </a:lnTo>
                  <a:lnTo>
                    <a:pt x="15" y="380"/>
                  </a:lnTo>
                  <a:lnTo>
                    <a:pt x="234" y="892"/>
                  </a:lnTo>
                  <a:lnTo>
                    <a:pt x="219" y="898"/>
                  </a:lnTo>
                  <a:close/>
                </a:path>
              </a:pathLst>
            </a:custGeom>
            <a:gradFill>
              <a:gsLst>
                <a:gs pos="0">
                  <a:schemeClr val="lt2"/>
                </a:gs>
                <a:gs pos="100000">
                  <a:srgbClr val="3B95DE"/>
                </a:gs>
              </a:gsLst>
              <a:lin ang="5400000" scaled="0"/>
            </a:gradFill>
            <a:ln>
              <a:noFill/>
            </a:ln>
          </p:spPr>
        </p:sp>
        <p:sp>
          <p:nvSpPr>
            <p:cNvPr id="64" name="Google Shape;64;p13"/>
            <p:cNvSpPr/>
            <p:nvPr/>
          </p:nvSpPr>
          <p:spPr>
            <a:xfrm>
              <a:off x="1643063" y="0"/>
              <a:ext cx="152400" cy="912813"/>
            </a:xfrm>
            <a:custGeom>
              <a:avLst/>
              <a:gdLst/>
              <a:ahLst/>
              <a:cxnLst/>
              <a:rect l="l" t="t" r="r" b="b"/>
              <a:pathLst>
                <a:path w="96" h="575" extrusionOk="0">
                  <a:moveTo>
                    <a:pt x="96" y="575"/>
                  </a:moveTo>
                  <a:lnTo>
                    <a:pt x="78" y="575"/>
                  </a:lnTo>
                  <a:lnTo>
                    <a:pt x="78" y="192"/>
                  </a:lnTo>
                  <a:lnTo>
                    <a:pt x="0" y="6"/>
                  </a:lnTo>
                  <a:lnTo>
                    <a:pt x="15" y="0"/>
                  </a:lnTo>
                  <a:lnTo>
                    <a:pt x="96" y="189"/>
                  </a:lnTo>
                  <a:lnTo>
                    <a:pt x="96" y="575"/>
                  </a:lnTo>
                  <a:close/>
                </a:path>
              </a:pathLst>
            </a:custGeom>
            <a:gradFill>
              <a:gsLst>
                <a:gs pos="0">
                  <a:schemeClr val="lt2"/>
                </a:gs>
                <a:gs pos="100000">
                  <a:srgbClr val="3B95DE"/>
                </a:gs>
              </a:gsLst>
              <a:lin ang="5400000" scaled="0"/>
            </a:gradFill>
            <a:ln>
              <a:noFill/>
            </a:ln>
          </p:spPr>
        </p:sp>
        <p:sp>
          <p:nvSpPr>
            <p:cNvPr id="65" name="Google Shape;65;p13"/>
            <p:cNvSpPr/>
            <p:nvPr/>
          </p:nvSpPr>
          <p:spPr>
            <a:xfrm>
              <a:off x="1685925" y="1420813"/>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3B95DE"/>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3"/>
            <p:cNvSpPr/>
            <p:nvPr/>
          </p:nvSpPr>
          <p:spPr>
            <a:xfrm>
              <a:off x="1685925" y="903288"/>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3B95DE"/>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13"/>
            <p:cNvSpPr/>
            <p:nvPr/>
          </p:nvSpPr>
          <p:spPr>
            <a:xfrm>
              <a:off x="1743075" y="4763"/>
              <a:ext cx="419100" cy="522288"/>
            </a:xfrm>
            <a:custGeom>
              <a:avLst/>
              <a:gdLst/>
              <a:ahLst/>
              <a:cxnLst/>
              <a:rect l="l" t="t" r="r" b="b"/>
              <a:pathLst>
                <a:path w="264" h="329" extrusionOk="0">
                  <a:moveTo>
                    <a:pt x="252" y="329"/>
                  </a:moveTo>
                  <a:lnTo>
                    <a:pt x="45" y="120"/>
                  </a:lnTo>
                  <a:lnTo>
                    <a:pt x="0" y="6"/>
                  </a:lnTo>
                  <a:lnTo>
                    <a:pt x="15" y="0"/>
                  </a:lnTo>
                  <a:lnTo>
                    <a:pt x="60" y="111"/>
                  </a:lnTo>
                  <a:lnTo>
                    <a:pt x="264" y="317"/>
                  </a:lnTo>
                  <a:lnTo>
                    <a:pt x="252" y="329"/>
                  </a:lnTo>
                  <a:close/>
                </a:path>
              </a:pathLst>
            </a:custGeom>
            <a:gradFill>
              <a:gsLst>
                <a:gs pos="0">
                  <a:schemeClr val="lt2"/>
                </a:gs>
                <a:gs pos="100000">
                  <a:srgbClr val="3B95DE"/>
                </a:gs>
              </a:gsLst>
              <a:lin ang="5400000" scaled="0"/>
            </a:gradFill>
            <a:ln>
              <a:noFill/>
            </a:ln>
          </p:spPr>
        </p:sp>
        <p:sp>
          <p:nvSpPr>
            <p:cNvPr id="68" name="Google Shape;68;p13"/>
            <p:cNvSpPr/>
            <p:nvPr/>
          </p:nvSpPr>
          <p:spPr>
            <a:xfrm>
              <a:off x="2119313" y="488950"/>
              <a:ext cx="161925" cy="147638"/>
            </a:xfrm>
            <a:custGeom>
              <a:avLst/>
              <a:gdLst/>
              <a:ahLst/>
              <a:cxnLst/>
              <a:rect l="l" t="t" r="r" b="b"/>
              <a:pathLst>
                <a:path w="34" h="31" extrusionOk="0">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a:gsLst>
                <a:gs pos="0">
                  <a:schemeClr val="lt2"/>
                </a:gs>
                <a:gs pos="100000">
                  <a:srgbClr val="3B95DE"/>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13"/>
            <p:cNvSpPr/>
            <p:nvPr/>
          </p:nvSpPr>
          <p:spPr>
            <a:xfrm>
              <a:off x="952500" y="4763"/>
              <a:ext cx="152400" cy="908050"/>
            </a:xfrm>
            <a:custGeom>
              <a:avLst/>
              <a:gdLst/>
              <a:ahLst/>
              <a:cxnLst/>
              <a:rect l="l" t="t" r="r" b="b"/>
              <a:pathLst>
                <a:path w="96" h="572" extrusionOk="0">
                  <a:moveTo>
                    <a:pt x="15" y="572"/>
                  </a:moveTo>
                  <a:lnTo>
                    <a:pt x="0" y="572"/>
                  </a:lnTo>
                  <a:lnTo>
                    <a:pt x="0" y="189"/>
                  </a:lnTo>
                  <a:lnTo>
                    <a:pt x="81" y="0"/>
                  </a:lnTo>
                  <a:lnTo>
                    <a:pt x="96" y="6"/>
                  </a:lnTo>
                  <a:lnTo>
                    <a:pt x="15" y="192"/>
                  </a:lnTo>
                  <a:lnTo>
                    <a:pt x="15" y="572"/>
                  </a:lnTo>
                  <a:close/>
                </a:path>
              </a:pathLst>
            </a:custGeom>
            <a:gradFill>
              <a:gsLst>
                <a:gs pos="0">
                  <a:schemeClr val="lt2"/>
                </a:gs>
                <a:gs pos="100000">
                  <a:srgbClr val="3B95DE"/>
                </a:gs>
              </a:gsLst>
              <a:lin ang="5400000" scaled="0"/>
            </a:gradFill>
            <a:ln>
              <a:noFill/>
            </a:ln>
          </p:spPr>
        </p:sp>
        <p:sp>
          <p:nvSpPr>
            <p:cNvPr id="70" name="Google Shape;70;p13"/>
            <p:cNvSpPr/>
            <p:nvPr/>
          </p:nvSpPr>
          <p:spPr>
            <a:xfrm>
              <a:off x="866775" y="903288"/>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adFill>
              <a:gsLst>
                <a:gs pos="0">
                  <a:schemeClr val="lt2"/>
                </a:gs>
                <a:gs pos="100000">
                  <a:srgbClr val="3B95DE"/>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13"/>
            <p:cNvSpPr/>
            <p:nvPr/>
          </p:nvSpPr>
          <p:spPr>
            <a:xfrm>
              <a:off x="890588" y="1554163"/>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lt2"/>
                </a:gs>
                <a:gs pos="100000">
                  <a:srgbClr val="3B95DE"/>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3"/>
            <p:cNvSpPr/>
            <p:nvPr/>
          </p:nvSpPr>
          <p:spPr>
            <a:xfrm>
              <a:off x="738188" y="5622925"/>
              <a:ext cx="338138" cy="1216025"/>
            </a:xfrm>
            <a:custGeom>
              <a:avLst/>
              <a:gdLst/>
              <a:ahLst/>
              <a:cxnLst/>
              <a:rect l="l" t="t" r="r" b="b"/>
              <a:pathLst>
                <a:path w="213" h="766" extrusionOk="0">
                  <a:moveTo>
                    <a:pt x="213" y="766"/>
                  </a:moveTo>
                  <a:lnTo>
                    <a:pt x="195" y="766"/>
                  </a:lnTo>
                  <a:lnTo>
                    <a:pt x="195" y="464"/>
                  </a:lnTo>
                  <a:lnTo>
                    <a:pt x="0" y="6"/>
                  </a:lnTo>
                  <a:lnTo>
                    <a:pt x="12" y="0"/>
                  </a:lnTo>
                  <a:lnTo>
                    <a:pt x="213" y="461"/>
                  </a:lnTo>
                  <a:lnTo>
                    <a:pt x="213" y="766"/>
                  </a:lnTo>
                  <a:close/>
                </a:path>
              </a:pathLst>
            </a:custGeom>
            <a:gradFill>
              <a:gsLst>
                <a:gs pos="0">
                  <a:schemeClr val="lt2"/>
                </a:gs>
                <a:gs pos="100000">
                  <a:srgbClr val="3B95DE"/>
                </a:gs>
              </a:gsLst>
              <a:lin ang="5400000" scaled="0"/>
            </a:gradFill>
            <a:ln>
              <a:noFill/>
            </a:ln>
          </p:spPr>
        </p:sp>
        <p:sp>
          <p:nvSpPr>
            <p:cNvPr id="73" name="Google Shape;73;p13"/>
            <p:cNvSpPr/>
            <p:nvPr/>
          </p:nvSpPr>
          <p:spPr>
            <a:xfrm>
              <a:off x="647700" y="5480050"/>
              <a:ext cx="157163" cy="157163"/>
            </a:xfrm>
            <a:custGeom>
              <a:avLst/>
              <a:gdLst/>
              <a:ahLst/>
              <a:cxnLst/>
              <a:rect l="l" t="t" r="r" b="b"/>
              <a:pathLst>
                <a:path w="33" h="33" extrusionOk="0">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adFill>
              <a:gsLst>
                <a:gs pos="0">
                  <a:schemeClr val="lt2"/>
                </a:gs>
                <a:gs pos="100000">
                  <a:srgbClr val="3B95DE"/>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3"/>
            <p:cNvSpPr/>
            <p:nvPr/>
          </p:nvSpPr>
          <p:spPr>
            <a:xfrm>
              <a:off x="66675" y="903288"/>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adFill>
              <a:gsLst>
                <a:gs pos="0">
                  <a:schemeClr val="lt2"/>
                </a:gs>
                <a:gs pos="100000">
                  <a:srgbClr val="3B95DE"/>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3"/>
            <p:cNvSpPr/>
            <p:nvPr/>
          </p:nvSpPr>
          <p:spPr>
            <a:xfrm>
              <a:off x="0" y="3897313"/>
              <a:ext cx="133350" cy="266700"/>
            </a:xfrm>
            <a:custGeom>
              <a:avLst/>
              <a:gdLst/>
              <a:ahLst/>
              <a:cxnLst/>
              <a:rect l="l" t="t" r="r" b="b"/>
              <a:pathLst>
                <a:path w="84" h="168" extrusionOk="0">
                  <a:moveTo>
                    <a:pt x="69" y="168"/>
                  </a:moveTo>
                  <a:lnTo>
                    <a:pt x="0" y="6"/>
                  </a:lnTo>
                  <a:lnTo>
                    <a:pt x="12" y="0"/>
                  </a:lnTo>
                  <a:lnTo>
                    <a:pt x="84" y="162"/>
                  </a:lnTo>
                  <a:lnTo>
                    <a:pt x="69" y="168"/>
                  </a:lnTo>
                  <a:close/>
                </a:path>
              </a:pathLst>
            </a:custGeom>
            <a:gradFill>
              <a:gsLst>
                <a:gs pos="0">
                  <a:schemeClr val="lt2"/>
                </a:gs>
                <a:gs pos="100000">
                  <a:srgbClr val="3B95DE"/>
                </a:gs>
              </a:gsLst>
              <a:lin ang="5400000" scaled="0"/>
            </a:gradFill>
            <a:ln>
              <a:noFill/>
            </a:ln>
          </p:spPr>
        </p:sp>
        <p:sp>
          <p:nvSpPr>
            <p:cNvPr id="76" name="Google Shape;76;p13"/>
            <p:cNvSpPr/>
            <p:nvPr/>
          </p:nvSpPr>
          <p:spPr>
            <a:xfrm>
              <a:off x="66675" y="4149725"/>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lt2"/>
                </a:gs>
                <a:gs pos="100000">
                  <a:srgbClr val="3B95DE"/>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3"/>
            <p:cNvSpPr/>
            <p:nvPr/>
          </p:nvSpPr>
          <p:spPr>
            <a:xfrm>
              <a:off x="0" y="1644650"/>
              <a:ext cx="133350" cy="269875"/>
            </a:xfrm>
            <a:custGeom>
              <a:avLst/>
              <a:gdLst/>
              <a:ahLst/>
              <a:cxnLst/>
              <a:rect l="l" t="t" r="r" b="b"/>
              <a:pathLst>
                <a:path w="84" h="170" extrusionOk="0">
                  <a:moveTo>
                    <a:pt x="12" y="170"/>
                  </a:moveTo>
                  <a:lnTo>
                    <a:pt x="0" y="164"/>
                  </a:lnTo>
                  <a:lnTo>
                    <a:pt x="69" y="0"/>
                  </a:lnTo>
                  <a:lnTo>
                    <a:pt x="84" y="6"/>
                  </a:lnTo>
                  <a:lnTo>
                    <a:pt x="12" y="170"/>
                  </a:lnTo>
                  <a:close/>
                </a:path>
              </a:pathLst>
            </a:custGeom>
            <a:gradFill>
              <a:gsLst>
                <a:gs pos="0">
                  <a:schemeClr val="lt2"/>
                </a:gs>
                <a:gs pos="100000">
                  <a:srgbClr val="3B95DE"/>
                </a:gs>
              </a:gsLst>
              <a:lin ang="5400000" scaled="0"/>
            </a:gradFill>
            <a:ln>
              <a:noFill/>
            </a:ln>
          </p:spPr>
        </p:sp>
        <p:sp>
          <p:nvSpPr>
            <p:cNvPr id="78" name="Google Shape;78;p13"/>
            <p:cNvSpPr/>
            <p:nvPr/>
          </p:nvSpPr>
          <p:spPr>
            <a:xfrm>
              <a:off x="66675" y="1468438"/>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lt2"/>
                </a:gs>
                <a:gs pos="100000">
                  <a:srgbClr val="3B95DE"/>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3"/>
            <p:cNvSpPr/>
            <p:nvPr/>
          </p:nvSpPr>
          <p:spPr>
            <a:xfrm>
              <a:off x="695325" y="4763"/>
              <a:ext cx="309563" cy="1558925"/>
            </a:xfrm>
            <a:custGeom>
              <a:avLst/>
              <a:gdLst/>
              <a:ahLst/>
              <a:cxnLst/>
              <a:rect l="l" t="t" r="r" b="b"/>
              <a:pathLst>
                <a:path w="195" h="982" extrusionOk="0">
                  <a:moveTo>
                    <a:pt x="195" y="982"/>
                  </a:moveTo>
                  <a:lnTo>
                    <a:pt x="177" y="982"/>
                  </a:lnTo>
                  <a:lnTo>
                    <a:pt x="177" y="805"/>
                  </a:lnTo>
                  <a:lnTo>
                    <a:pt x="0" y="629"/>
                  </a:lnTo>
                  <a:lnTo>
                    <a:pt x="0" y="0"/>
                  </a:lnTo>
                  <a:lnTo>
                    <a:pt x="18" y="0"/>
                  </a:lnTo>
                  <a:lnTo>
                    <a:pt x="18" y="623"/>
                  </a:lnTo>
                  <a:lnTo>
                    <a:pt x="195" y="796"/>
                  </a:lnTo>
                  <a:lnTo>
                    <a:pt x="195" y="982"/>
                  </a:lnTo>
                  <a:close/>
                </a:path>
              </a:pathLst>
            </a:custGeom>
            <a:gradFill>
              <a:gsLst>
                <a:gs pos="0">
                  <a:schemeClr val="lt2"/>
                </a:gs>
                <a:gs pos="100000">
                  <a:srgbClr val="3B95DE"/>
                </a:gs>
              </a:gsLst>
              <a:lin ang="5400000" scaled="0"/>
            </a:gradFill>
            <a:ln>
              <a:noFill/>
            </a:ln>
          </p:spPr>
        </p:sp>
        <p:sp>
          <p:nvSpPr>
            <p:cNvPr id="80" name="Google Shape;80;p13"/>
            <p:cNvSpPr/>
            <p:nvPr/>
          </p:nvSpPr>
          <p:spPr>
            <a:xfrm>
              <a:off x="57150" y="4881563"/>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lt2"/>
                </a:gs>
                <a:gs pos="100000">
                  <a:srgbClr val="3B95DE"/>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3"/>
            <p:cNvSpPr/>
            <p:nvPr/>
          </p:nvSpPr>
          <p:spPr>
            <a:xfrm>
              <a:off x="138113" y="5060950"/>
              <a:ext cx="304800" cy="1778000"/>
            </a:xfrm>
            <a:custGeom>
              <a:avLst/>
              <a:gdLst/>
              <a:ahLst/>
              <a:cxnLst/>
              <a:rect l="l" t="t" r="r" b="b"/>
              <a:pathLst>
                <a:path w="192" h="1120" extrusionOk="0">
                  <a:moveTo>
                    <a:pt x="192" y="1120"/>
                  </a:moveTo>
                  <a:lnTo>
                    <a:pt x="177" y="1120"/>
                  </a:lnTo>
                  <a:lnTo>
                    <a:pt x="177" y="360"/>
                  </a:lnTo>
                  <a:lnTo>
                    <a:pt x="0" y="183"/>
                  </a:lnTo>
                  <a:lnTo>
                    <a:pt x="0" y="0"/>
                  </a:lnTo>
                  <a:lnTo>
                    <a:pt x="15" y="0"/>
                  </a:lnTo>
                  <a:lnTo>
                    <a:pt x="15" y="177"/>
                  </a:lnTo>
                  <a:lnTo>
                    <a:pt x="192" y="354"/>
                  </a:lnTo>
                  <a:lnTo>
                    <a:pt x="192" y="1120"/>
                  </a:lnTo>
                  <a:close/>
                </a:path>
              </a:pathLst>
            </a:custGeom>
            <a:gradFill>
              <a:gsLst>
                <a:gs pos="0">
                  <a:schemeClr val="lt2"/>
                </a:gs>
                <a:gs pos="100000">
                  <a:srgbClr val="3B95DE"/>
                </a:gs>
              </a:gsLst>
              <a:lin ang="5400000" scaled="0"/>
            </a:gradFill>
            <a:ln>
              <a:noFill/>
            </a:ln>
          </p:spPr>
        </p:sp>
        <p:sp>
          <p:nvSpPr>
            <p:cNvPr id="82" name="Google Shape;82;p13"/>
            <p:cNvSpPr/>
            <p:nvPr/>
          </p:nvSpPr>
          <p:spPr>
            <a:xfrm>
              <a:off x="561975" y="6430963"/>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lt2"/>
                </a:gs>
                <a:gs pos="100000">
                  <a:srgbClr val="3B95DE"/>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13"/>
            <p:cNvSpPr/>
            <p:nvPr/>
          </p:nvSpPr>
          <p:spPr>
            <a:xfrm>
              <a:off x="642938" y="6610350"/>
              <a:ext cx="23813" cy="242888"/>
            </a:xfrm>
            <a:prstGeom prst="rect">
              <a:avLst/>
            </a:prstGeom>
            <a:gradFill>
              <a:gsLst>
                <a:gs pos="0">
                  <a:schemeClr val="lt2"/>
                </a:gs>
                <a:gs pos="100000">
                  <a:srgbClr val="3B95DE"/>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3"/>
            <p:cNvSpPr/>
            <p:nvPr/>
          </p:nvSpPr>
          <p:spPr>
            <a:xfrm>
              <a:off x="76200" y="6430963"/>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lt2"/>
                </a:gs>
                <a:gs pos="100000">
                  <a:srgbClr val="3B95DE"/>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3"/>
            <p:cNvSpPr/>
            <p:nvPr/>
          </p:nvSpPr>
          <p:spPr>
            <a:xfrm>
              <a:off x="0" y="5978525"/>
              <a:ext cx="190500" cy="461963"/>
            </a:xfrm>
            <a:custGeom>
              <a:avLst/>
              <a:gdLst/>
              <a:ahLst/>
              <a:cxnLst/>
              <a:rect l="l" t="t" r="r" b="b"/>
              <a:pathLst>
                <a:path w="120" h="291" extrusionOk="0">
                  <a:moveTo>
                    <a:pt x="120" y="291"/>
                  </a:moveTo>
                  <a:lnTo>
                    <a:pt x="105" y="291"/>
                  </a:lnTo>
                  <a:lnTo>
                    <a:pt x="105" y="114"/>
                  </a:lnTo>
                  <a:lnTo>
                    <a:pt x="0" y="9"/>
                  </a:lnTo>
                  <a:lnTo>
                    <a:pt x="12" y="0"/>
                  </a:lnTo>
                  <a:lnTo>
                    <a:pt x="120" y="108"/>
                  </a:lnTo>
                  <a:lnTo>
                    <a:pt x="120" y="291"/>
                  </a:lnTo>
                  <a:close/>
                </a:path>
              </a:pathLst>
            </a:custGeom>
            <a:gradFill>
              <a:gsLst>
                <a:gs pos="0">
                  <a:schemeClr val="lt2"/>
                </a:gs>
                <a:gs pos="100000">
                  <a:srgbClr val="3B95DE"/>
                </a:gs>
              </a:gsLst>
              <a:lin ang="5400000" scaled="0"/>
            </a:gradFill>
            <a:ln>
              <a:noFill/>
            </a:ln>
          </p:spPr>
        </p:sp>
        <p:sp>
          <p:nvSpPr>
            <p:cNvPr id="86" name="Google Shape;86;p13"/>
            <p:cNvSpPr/>
            <p:nvPr/>
          </p:nvSpPr>
          <p:spPr>
            <a:xfrm>
              <a:off x="1014413" y="1801813"/>
              <a:ext cx="214313" cy="755650"/>
            </a:xfrm>
            <a:custGeom>
              <a:avLst/>
              <a:gdLst/>
              <a:ahLst/>
              <a:cxnLst/>
              <a:rect l="l" t="t" r="r" b="b"/>
              <a:pathLst>
                <a:path w="135" h="476" extrusionOk="0">
                  <a:moveTo>
                    <a:pt x="12" y="476"/>
                  </a:moveTo>
                  <a:lnTo>
                    <a:pt x="0" y="476"/>
                  </a:lnTo>
                  <a:lnTo>
                    <a:pt x="0" y="128"/>
                  </a:lnTo>
                  <a:lnTo>
                    <a:pt x="126" y="0"/>
                  </a:lnTo>
                  <a:lnTo>
                    <a:pt x="135" y="9"/>
                  </a:lnTo>
                  <a:lnTo>
                    <a:pt x="12" y="131"/>
                  </a:lnTo>
                  <a:lnTo>
                    <a:pt x="12" y="476"/>
                  </a:lnTo>
                  <a:close/>
                </a:path>
              </a:pathLst>
            </a:custGeom>
            <a:gradFill>
              <a:gsLst>
                <a:gs pos="0">
                  <a:schemeClr val="lt2"/>
                </a:gs>
                <a:gs pos="100000">
                  <a:srgbClr val="3B95DE"/>
                </a:gs>
              </a:gsLst>
              <a:lin ang="5400000" scaled="0"/>
            </a:gradFill>
            <a:ln>
              <a:noFill/>
            </a:ln>
          </p:spPr>
        </p:sp>
        <p:sp>
          <p:nvSpPr>
            <p:cNvPr id="87" name="Google Shape;87;p13"/>
            <p:cNvSpPr/>
            <p:nvPr/>
          </p:nvSpPr>
          <p:spPr>
            <a:xfrm>
              <a:off x="938213" y="2547938"/>
              <a:ext cx="166688" cy="160338"/>
            </a:xfrm>
            <a:custGeom>
              <a:avLst/>
              <a:gdLst/>
              <a:ahLst/>
              <a:cxnLst/>
              <a:rect l="l" t="t" r="r" b="b"/>
              <a:pathLst>
                <a:path w="35" h="34" extrusionOk="0">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adFill>
              <a:gsLst>
                <a:gs pos="0">
                  <a:schemeClr val="lt2"/>
                </a:gs>
                <a:gs pos="100000">
                  <a:srgbClr val="3B95DE"/>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3"/>
            <p:cNvSpPr/>
            <p:nvPr/>
          </p:nvSpPr>
          <p:spPr>
            <a:xfrm>
              <a:off x="595313" y="4763"/>
              <a:ext cx="638175" cy="4025900"/>
            </a:xfrm>
            <a:custGeom>
              <a:avLst/>
              <a:gdLst/>
              <a:ahLst/>
              <a:cxnLst/>
              <a:rect l="l" t="t" r="r" b="b"/>
              <a:pathLst>
                <a:path w="402" h="2536" extrusionOk="0">
                  <a:moveTo>
                    <a:pt x="402" y="2536"/>
                  </a:moveTo>
                  <a:lnTo>
                    <a:pt x="387" y="2536"/>
                  </a:lnTo>
                  <a:lnTo>
                    <a:pt x="387" y="2311"/>
                  </a:lnTo>
                  <a:lnTo>
                    <a:pt x="0" y="1925"/>
                  </a:lnTo>
                  <a:lnTo>
                    <a:pt x="0" y="0"/>
                  </a:lnTo>
                  <a:lnTo>
                    <a:pt x="15" y="0"/>
                  </a:lnTo>
                  <a:lnTo>
                    <a:pt x="15" y="1916"/>
                  </a:lnTo>
                  <a:lnTo>
                    <a:pt x="402" y="2302"/>
                  </a:lnTo>
                  <a:lnTo>
                    <a:pt x="402" y="2536"/>
                  </a:lnTo>
                  <a:close/>
                </a:path>
              </a:pathLst>
            </a:custGeom>
            <a:gradFill>
              <a:gsLst>
                <a:gs pos="0">
                  <a:schemeClr val="lt2"/>
                </a:gs>
                <a:gs pos="100000">
                  <a:srgbClr val="3B95DE"/>
                </a:gs>
              </a:gsLst>
              <a:lin ang="5400000" scaled="0"/>
            </a:gradFill>
            <a:ln>
              <a:noFill/>
            </a:ln>
          </p:spPr>
        </p:sp>
        <p:sp>
          <p:nvSpPr>
            <p:cNvPr id="89" name="Google Shape;89;p13"/>
            <p:cNvSpPr/>
            <p:nvPr/>
          </p:nvSpPr>
          <p:spPr>
            <a:xfrm>
              <a:off x="1223963" y="1382713"/>
              <a:ext cx="142875" cy="476250"/>
            </a:xfrm>
            <a:custGeom>
              <a:avLst/>
              <a:gdLst/>
              <a:ahLst/>
              <a:cxnLst/>
              <a:rect l="l" t="t" r="r" b="b"/>
              <a:pathLst>
                <a:path w="90" h="300" extrusionOk="0">
                  <a:moveTo>
                    <a:pt x="90" y="300"/>
                  </a:moveTo>
                  <a:lnTo>
                    <a:pt x="78" y="300"/>
                  </a:lnTo>
                  <a:lnTo>
                    <a:pt x="78" y="84"/>
                  </a:lnTo>
                  <a:lnTo>
                    <a:pt x="0" y="9"/>
                  </a:lnTo>
                  <a:lnTo>
                    <a:pt x="9" y="0"/>
                  </a:lnTo>
                  <a:lnTo>
                    <a:pt x="90" y="81"/>
                  </a:lnTo>
                  <a:lnTo>
                    <a:pt x="90" y="300"/>
                  </a:lnTo>
                  <a:close/>
                </a:path>
              </a:pathLst>
            </a:custGeom>
            <a:gradFill>
              <a:gsLst>
                <a:gs pos="0">
                  <a:schemeClr val="lt2"/>
                </a:gs>
                <a:gs pos="100000">
                  <a:srgbClr val="3B95DE"/>
                </a:gs>
              </a:gsLst>
              <a:lin ang="5400000" scaled="0"/>
            </a:gradFill>
            <a:ln>
              <a:noFill/>
            </a:ln>
          </p:spPr>
        </p:sp>
        <p:sp>
          <p:nvSpPr>
            <p:cNvPr id="90" name="Google Shape;90;p13"/>
            <p:cNvSpPr/>
            <p:nvPr/>
          </p:nvSpPr>
          <p:spPr>
            <a:xfrm>
              <a:off x="1300163" y="1849438"/>
              <a:ext cx="109538" cy="107950"/>
            </a:xfrm>
            <a:custGeom>
              <a:avLst/>
              <a:gdLst/>
              <a:ahLst/>
              <a:cxnLst/>
              <a:rect l="l" t="t" r="r" b="b"/>
              <a:pathLst>
                <a:path w="23" h="23" extrusionOk="0">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adFill>
              <a:gsLst>
                <a:gs pos="0">
                  <a:schemeClr val="lt2"/>
                </a:gs>
                <a:gs pos="100000">
                  <a:srgbClr val="3B95DE"/>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3"/>
            <p:cNvSpPr/>
            <p:nvPr/>
          </p:nvSpPr>
          <p:spPr>
            <a:xfrm>
              <a:off x="280988" y="3417888"/>
              <a:ext cx="142875" cy="474663"/>
            </a:xfrm>
            <a:custGeom>
              <a:avLst/>
              <a:gdLst/>
              <a:ahLst/>
              <a:cxnLst/>
              <a:rect l="l" t="t" r="r" b="b"/>
              <a:pathLst>
                <a:path w="90" h="299" extrusionOk="0">
                  <a:moveTo>
                    <a:pt x="12" y="299"/>
                  </a:moveTo>
                  <a:lnTo>
                    <a:pt x="0" y="299"/>
                  </a:lnTo>
                  <a:lnTo>
                    <a:pt x="0" y="80"/>
                  </a:lnTo>
                  <a:lnTo>
                    <a:pt x="81" y="0"/>
                  </a:lnTo>
                  <a:lnTo>
                    <a:pt x="90" y="8"/>
                  </a:lnTo>
                  <a:lnTo>
                    <a:pt x="12" y="83"/>
                  </a:lnTo>
                  <a:lnTo>
                    <a:pt x="12" y="299"/>
                  </a:lnTo>
                  <a:close/>
                </a:path>
              </a:pathLst>
            </a:custGeom>
            <a:gradFill>
              <a:gsLst>
                <a:gs pos="0">
                  <a:schemeClr val="lt2"/>
                </a:gs>
                <a:gs pos="100000">
                  <a:srgbClr val="3B95DE"/>
                </a:gs>
              </a:gsLst>
              <a:lin ang="5400000" scaled="0"/>
            </a:gradFill>
            <a:ln>
              <a:noFill/>
            </a:ln>
          </p:spPr>
        </p:sp>
        <p:sp>
          <p:nvSpPr>
            <p:cNvPr id="92" name="Google Shape;92;p13"/>
            <p:cNvSpPr/>
            <p:nvPr/>
          </p:nvSpPr>
          <p:spPr>
            <a:xfrm>
              <a:off x="238125" y="3883025"/>
              <a:ext cx="109538" cy="109538"/>
            </a:xfrm>
            <a:custGeom>
              <a:avLst/>
              <a:gdLst/>
              <a:ahLst/>
              <a:cxnLst/>
              <a:rect l="l" t="t" r="r" b="b"/>
              <a:pathLst>
                <a:path w="23" h="23" extrusionOk="0">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adFill>
              <a:gsLst>
                <a:gs pos="0">
                  <a:schemeClr val="lt2"/>
                </a:gs>
                <a:gs pos="100000">
                  <a:srgbClr val="3B95DE"/>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3"/>
            <p:cNvSpPr/>
            <p:nvPr/>
          </p:nvSpPr>
          <p:spPr>
            <a:xfrm>
              <a:off x="4763" y="2166938"/>
              <a:ext cx="114300" cy="452438"/>
            </a:xfrm>
            <a:custGeom>
              <a:avLst/>
              <a:gdLst/>
              <a:ahLst/>
              <a:cxnLst/>
              <a:rect l="l" t="t" r="r" b="b"/>
              <a:pathLst>
                <a:path w="72" h="285" extrusionOk="0">
                  <a:moveTo>
                    <a:pt x="6" y="285"/>
                  </a:moveTo>
                  <a:lnTo>
                    <a:pt x="0" y="276"/>
                  </a:lnTo>
                  <a:lnTo>
                    <a:pt x="60" y="216"/>
                  </a:lnTo>
                  <a:lnTo>
                    <a:pt x="60" y="0"/>
                  </a:lnTo>
                  <a:lnTo>
                    <a:pt x="72" y="0"/>
                  </a:lnTo>
                  <a:lnTo>
                    <a:pt x="72" y="222"/>
                  </a:lnTo>
                  <a:lnTo>
                    <a:pt x="6" y="285"/>
                  </a:lnTo>
                  <a:close/>
                </a:path>
              </a:pathLst>
            </a:custGeom>
            <a:gradFill>
              <a:gsLst>
                <a:gs pos="0">
                  <a:schemeClr val="lt2"/>
                </a:gs>
                <a:gs pos="100000">
                  <a:srgbClr val="3B95DE"/>
                </a:gs>
              </a:gsLst>
              <a:lin ang="5400000" scaled="0"/>
            </a:gradFill>
            <a:ln>
              <a:noFill/>
            </a:ln>
          </p:spPr>
        </p:sp>
        <p:sp>
          <p:nvSpPr>
            <p:cNvPr id="94" name="Google Shape;94;p13"/>
            <p:cNvSpPr/>
            <p:nvPr/>
          </p:nvSpPr>
          <p:spPr>
            <a:xfrm>
              <a:off x="52388" y="2066925"/>
              <a:ext cx="109538" cy="109538"/>
            </a:xfrm>
            <a:custGeom>
              <a:avLst/>
              <a:gdLst/>
              <a:ahLst/>
              <a:cxnLst/>
              <a:rect l="l" t="t" r="r" b="b"/>
              <a:pathLst>
                <a:path w="23" h="23" extrusionOk="0">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adFill>
              <a:gsLst>
                <a:gs pos="0">
                  <a:schemeClr val="lt2"/>
                </a:gs>
                <a:gs pos="100000">
                  <a:srgbClr val="3B95DE"/>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3"/>
            <p:cNvSpPr/>
            <p:nvPr/>
          </p:nvSpPr>
          <p:spPr>
            <a:xfrm>
              <a:off x="1228725" y="4662488"/>
              <a:ext cx="23813" cy="2181225"/>
            </a:xfrm>
            <a:prstGeom prst="rect">
              <a:avLst/>
            </a:prstGeom>
            <a:gradFill>
              <a:gsLst>
                <a:gs pos="0">
                  <a:schemeClr val="lt2"/>
                </a:gs>
                <a:gs pos="100000">
                  <a:srgbClr val="3B95DE"/>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3"/>
            <p:cNvSpPr/>
            <p:nvPr/>
          </p:nvSpPr>
          <p:spPr>
            <a:xfrm>
              <a:off x="1319213" y="5041900"/>
              <a:ext cx="371475" cy="1801813"/>
            </a:xfrm>
            <a:custGeom>
              <a:avLst/>
              <a:gdLst/>
              <a:ahLst/>
              <a:cxnLst/>
              <a:rect l="l" t="t" r="r" b="b"/>
              <a:pathLst>
                <a:path w="234" h="1135" extrusionOk="0">
                  <a:moveTo>
                    <a:pt x="15" y="1135"/>
                  </a:moveTo>
                  <a:lnTo>
                    <a:pt x="0" y="1135"/>
                  </a:lnTo>
                  <a:lnTo>
                    <a:pt x="0" y="515"/>
                  </a:lnTo>
                  <a:lnTo>
                    <a:pt x="0" y="512"/>
                  </a:lnTo>
                  <a:lnTo>
                    <a:pt x="219" y="0"/>
                  </a:lnTo>
                  <a:lnTo>
                    <a:pt x="234" y="6"/>
                  </a:lnTo>
                  <a:lnTo>
                    <a:pt x="15" y="518"/>
                  </a:lnTo>
                  <a:lnTo>
                    <a:pt x="15" y="1135"/>
                  </a:lnTo>
                  <a:close/>
                </a:path>
              </a:pathLst>
            </a:custGeom>
            <a:gradFill>
              <a:gsLst>
                <a:gs pos="0">
                  <a:schemeClr val="lt2"/>
                </a:gs>
                <a:gs pos="100000">
                  <a:srgbClr val="3B95DE"/>
                </a:gs>
              </a:gsLst>
              <a:lin ang="5400000" scaled="0"/>
            </a:gradFill>
            <a:ln>
              <a:noFill/>
            </a:ln>
          </p:spPr>
        </p:sp>
        <p:sp>
          <p:nvSpPr>
            <p:cNvPr id="97" name="Google Shape;97;p13"/>
            <p:cNvSpPr/>
            <p:nvPr/>
          </p:nvSpPr>
          <p:spPr>
            <a:xfrm>
              <a:off x="1147763" y="4481513"/>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lt2"/>
                </a:gs>
                <a:gs pos="100000">
                  <a:srgbClr val="3B95DE"/>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3"/>
            <p:cNvSpPr/>
            <p:nvPr/>
          </p:nvSpPr>
          <p:spPr>
            <a:xfrm>
              <a:off x="819150" y="3983038"/>
              <a:ext cx="347663" cy="2860675"/>
            </a:xfrm>
            <a:custGeom>
              <a:avLst/>
              <a:gdLst/>
              <a:ahLst/>
              <a:cxnLst/>
              <a:rect l="l" t="t" r="r" b="b"/>
              <a:pathLst>
                <a:path w="219" h="1802" extrusionOk="0">
                  <a:moveTo>
                    <a:pt x="219" y="1802"/>
                  </a:moveTo>
                  <a:lnTo>
                    <a:pt x="201" y="1802"/>
                  </a:lnTo>
                  <a:lnTo>
                    <a:pt x="201" y="1185"/>
                  </a:lnTo>
                  <a:lnTo>
                    <a:pt x="0" y="3"/>
                  </a:lnTo>
                  <a:lnTo>
                    <a:pt x="15" y="0"/>
                  </a:lnTo>
                  <a:lnTo>
                    <a:pt x="219" y="1185"/>
                  </a:lnTo>
                  <a:lnTo>
                    <a:pt x="219" y="1802"/>
                  </a:lnTo>
                  <a:close/>
                </a:path>
              </a:pathLst>
            </a:custGeom>
            <a:gradFill>
              <a:gsLst>
                <a:gs pos="0">
                  <a:schemeClr val="lt2"/>
                </a:gs>
                <a:gs pos="100000">
                  <a:srgbClr val="3B95DE"/>
                </a:gs>
              </a:gsLst>
              <a:lin ang="5400000" scaled="0"/>
            </a:gradFill>
            <a:ln>
              <a:noFill/>
            </a:ln>
          </p:spPr>
        </p:sp>
        <p:sp>
          <p:nvSpPr>
            <p:cNvPr id="99" name="Google Shape;99;p13"/>
            <p:cNvSpPr/>
            <p:nvPr/>
          </p:nvSpPr>
          <p:spPr>
            <a:xfrm>
              <a:off x="728663" y="3806825"/>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lt2"/>
                </a:gs>
                <a:gs pos="100000">
                  <a:srgbClr val="3B95DE"/>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3"/>
            <p:cNvSpPr/>
            <p:nvPr/>
          </p:nvSpPr>
          <p:spPr>
            <a:xfrm>
              <a:off x="1624013" y="4867275"/>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lt2"/>
                </a:gs>
                <a:gs pos="100000">
                  <a:srgbClr val="3B95DE"/>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3"/>
            <p:cNvSpPr/>
            <p:nvPr/>
          </p:nvSpPr>
          <p:spPr>
            <a:xfrm>
              <a:off x="1404938" y="5422900"/>
              <a:ext cx="371475" cy="1425575"/>
            </a:xfrm>
            <a:custGeom>
              <a:avLst/>
              <a:gdLst/>
              <a:ahLst/>
              <a:cxnLst/>
              <a:rect l="l" t="t" r="r" b="b"/>
              <a:pathLst>
                <a:path w="234" h="898" extrusionOk="0">
                  <a:moveTo>
                    <a:pt x="18" y="898"/>
                  </a:moveTo>
                  <a:lnTo>
                    <a:pt x="0" y="898"/>
                  </a:lnTo>
                  <a:lnTo>
                    <a:pt x="0" y="515"/>
                  </a:lnTo>
                  <a:lnTo>
                    <a:pt x="0" y="512"/>
                  </a:lnTo>
                  <a:lnTo>
                    <a:pt x="222" y="0"/>
                  </a:lnTo>
                  <a:lnTo>
                    <a:pt x="234" y="6"/>
                  </a:lnTo>
                  <a:lnTo>
                    <a:pt x="18" y="518"/>
                  </a:lnTo>
                  <a:lnTo>
                    <a:pt x="18" y="898"/>
                  </a:lnTo>
                  <a:close/>
                </a:path>
              </a:pathLst>
            </a:custGeom>
            <a:gradFill>
              <a:gsLst>
                <a:gs pos="0">
                  <a:schemeClr val="lt2"/>
                </a:gs>
                <a:gs pos="100000">
                  <a:srgbClr val="3B95DE"/>
                </a:gs>
              </a:gsLst>
              <a:lin ang="5400000" scaled="0"/>
            </a:gradFill>
            <a:ln>
              <a:noFill/>
            </a:ln>
          </p:spPr>
        </p:sp>
        <p:sp>
          <p:nvSpPr>
            <p:cNvPr id="102" name="Google Shape;102;p13"/>
            <p:cNvSpPr/>
            <p:nvPr/>
          </p:nvSpPr>
          <p:spPr>
            <a:xfrm>
              <a:off x="1666875" y="5945188"/>
              <a:ext cx="152400" cy="912813"/>
            </a:xfrm>
            <a:custGeom>
              <a:avLst/>
              <a:gdLst/>
              <a:ahLst/>
              <a:cxnLst/>
              <a:rect l="l" t="t" r="r" b="b"/>
              <a:pathLst>
                <a:path w="96" h="575" extrusionOk="0">
                  <a:moveTo>
                    <a:pt x="15" y="575"/>
                  </a:moveTo>
                  <a:lnTo>
                    <a:pt x="0" y="569"/>
                  </a:lnTo>
                  <a:lnTo>
                    <a:pt x="81" y="383"/>
                  </a:lnTo>
                  <a:lnTo>
                    <a:pt x="81" y="0"/>
                  </a:lnTo>
                  <a:lnTo>
                    <a:pt x="96" y="0"/>
                  </a:lnTo>
                  <a:lnTo>
                    <a:pt x="96" y="386"/>
                  </a:lnTo>
                  <a:lnTo>
                    <a:pt x="15" y="575"/>
                  </a:lnTo>
                  <a:close/>
                </a:path>
              </a:pathLst>
            </a:custGeom>
            <a:gradFill>
              <a:gsLst>
                <a:gs pos="0">
                  <a:schemeClr val="lt2"/>
                </a:gs>
                <a:gs pos="100000">
                  <a:srgbClr val="3B95DE"/>
                </a:gs>
              </a:gsLst>
              <a:lin ang="5400000" scaled="0"/>
            </a:gradFill>
            <a:ln>
              <a:noFill/>
            </a:ln>
          </p:spPr>
        </p:sp>
        <p:sp>
          <p:nvSpPr>
            <p:cNvPr id="103" name="Google Shape;103;p13"/>
            <p:cNvSpPr/>
            <p:nvPr/>
          </p:nvSpPr>
          <p:spPr>
            <a:xfrm>
              <a:off x="1709738" y="5246688"/>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3B95DE"/>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3"/>
            <p:cNvSpPr/>
            <p:nvPr/>
          </p:nvSpPr>
          <p:spPr>
            <a:xfrm>
              <a:off x="1709738" y="5764213"/>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3B95DE"/>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3"/>
            <p:cNvSpPr/>
            <p:nvPr/>
          </p:nvSpPr>
          <p:spPr>
            <a:xfrm>
              <a:off x="1766888" y="6330950"/>
              <a:ext cx="419100" cy="527050"/>
            </a:xfrm>
            <a:custGeom>
              <a:avLst/>
              <a:gdLst/>
              <a:ahLst/>
              <a:cxnLst/>
              <a:rect l="l" t="t" r="r" b="b"/>
              <a:pathLst>
                <a:path w="264" h="332" extrusionOk="0">
                  <a:moveTo>
                    <a:pt x="12" y="332"/>
                  </a:moveTo>
                  <a:lnTo>
                    <a:pt x="0" y="326"/>
                  </a:lnTo>
                  <a:lnTo>
                    <a:pt x="45" y="206"/>
                  </a:lnTo>
                  <a:lnTo>
                    <a:pt x="255" y="0"/>
                  </a:lnTo>
                  <a:lnTo>
                    <a:pt x="264" y="12"/>
                  </a:lnTo>
                  <a:lnTo>
                    <a:pt x="60" y="215"/>
                  </a:lnTo>
                  <a:lnTo>
                    <a:pt x="12" y="332"/>
                  </a:lnTo>
                  <a:close/>
                </a:path>
              </a:pathLst>
            </a:custGeom>
            <a:gradFill>
              <a:gsLst>
                <a:gs pos="0">
                  <a:schemeClr val="lt2"/>
                </a:gs>
                <a:gs pos="100000">
                  <a:srgbClr val="3B95DE"/>
                </a:gs>
              </a:gsLst>
              <a:lin ang="5400000" scaled="0"/>
            </a:gradFill>
            <a:ln>
              <a:noFill/>
            </a:ln>
          </p:spPr>
        </p:sp>
        <p:sp>
          <p:nvSpPr>
            <p:cNvPr id="106" name="Google Shape;106;p13"/>
            <p:cNvSpPr/>
            <p:nvPr/>
          </p:nvSpPr>
          <p:spPr>
            <a:xfrm>
              <a:off x="2147888" y="6221413"/>
              <a:ext cx="157163" cy="147638"/>
            </a:xfrm>
            <a:custGeom>
              <a:avLst/>
              <a:gdLst/>
              <a:ahLst/>
              <a:cxnLst/>
              <a:rect l="l" t="t" r="r" b="b"/>
              <a:pathLst>
                <a:path w="33" h="31" extrusionOk="0">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a:gsLst>
                <a:gs pos="0">
                  <a:schemeClr val="lt2"/>
                </a:gs>
                <a:gs pos="100000">
                  <a:srgbClr val="3B95DE"/>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3"/>
            <p:cNvSpPr/>
            <p:nvPr/>
          </p:nvSpPr>
          <p:spPr>
            <a:xfrm>
              <a:off x="504825" y="9525"/>
              <a:ext cx="233363" cy="5103813"/>
            </a:xfrm>
            <a:custGeom>
              <a:avLst/>
              <a:gdLst/>
              <a:ahLst/>
              <a:cxnLst/>
              <a:rect l="l" t="t" r="r" b="b"/>
              <a:pathLst>
                <a:path w="147" h="3215" extrusionOk="0">
                  <a:moveTo>
                    <a:pt x="132" y="3215"/>
                  </a:moveTo>
                  <a:lnTo>
                    <a:pt x="129" y="2754"/>
                  </a:lnTo>
                  <a:lnTo>
                    <a:pt x="0" y="1901"/>
                  </a:lnTo>
                  <a:lnTo>
                    <a:pt x="0" y="0"/>
                  </a:lnTo>
                  <a:lnTo>
                    <a:pt x="15" y="0"/>
                  </a:lnTo>
                  <a:lnTo>
                    <a:pt x="15" y="1898"/>
                  </a:lnTo>
                  <a:lnTo>
                    <a:pt x="144" y="2754"/>
                  </a:lnTo>
                  <a:lnTo>
                    <a:pt x="147" y="3215"/>
                  </a:lnTo>
                  <a:lnTo>
                    <a:pt x="132" y="3215"/>
                  </a:lnTo>
                  <a:close/>
                </a:path>
              </a:pathLst>
            </a:custGeom>
            <a:gradFill>
              <a:gsLst>
                <a:gs pos="0">
                  <a:schemeClr val="lt2"/>
                </a:gs>
                <a:gs pos="100000">
                  <a:srgbClr val="3B95DE"/>
                </a:gs>
              </a:gsLst>
              <a:lin ang="5400000" scaled="0"/>
            </a:gradFill>
            <a:ln>
              <a:noFill/>
            </a:ln>
          </p:spPr>
        </p:sp>
        <p:sp>
          <p:nvSpPr>
            <p:cNvPr id="108" name="Google Shape;108;p13"/>
            <p:cNvSpPr/>
            <p:nvPr/>
          </p:nvSpPr>
          <p:spPr>
            <a:xfrm>
              <a:off x="633413" y="5103813"/>
              <a:ext cx="185738" cy="185738"/>
            </a:xfrm>
            <a:custGeom>
              <a:avLst/>
              <a:gdLst/>
              <a:ahLst/>
              <a:cxnLst/>
              <a:rect l="l" t="t" r="r" b="b"/>
              <a:pathLst>
                <a:path w="39" h="39" extrusionOk="0">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adFill>
              <a:gsLst>
                <a:gs pos="0">
                  <a:schemeClr val="lt2"/>
                </a:gs>
                <a:gs pos="100000">
                  <a:srgbClr val="3B95DE"/>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 name="Google Shape;109;p13"/>
          <p:cNvSpPr txBox="1">
            <a:spLocks noGrp="1"/>
          </p:cNvSpPr>
          <p:nvPr>
            <p:ph type="ctrTitle"/>
          </p:nvPr>
        </p:nvSpPr>
        <p:spPr>
          <a:xfrm>
            <a:off x="1876424" y="1122363"/>
            <a:ext cx="8791575" cy="2387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4800"/>
              <a:buFont typeface="Twentieth Century"/>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13"/>
          <p:cNvSpPr txBox="1">
            <a:spLocks noGrp="1"/>
          </p:cNvSpPr>
          <p:nvPr>
            <p:ph type="subTitle" idx="1"/>
          </p:nvPr>
        </p:nvSpPr>
        <p:spPr>
          <a:xfrm>
            <a:off x="1876424" y="3602038"/>
            <a:ext cx="8791575" cy="1655762"/>
          </a:xfrm>
          <a:prstGeom prst="rect">
            <a:avLst/>
          </a:prstGeom>
          <a:noFill/>
          <a:ln>
            <a:noFill/>
          </a:ln>
        </p:spPr>
        <p:txBody>
          <a:bodyPr spcFirstLastPara="1" wrap="square" lIns="91425" tIns="45700" rIns="91425" bIns="45700" anchor="t" anchorCtr="0">
            <a:normAutofit/>
          </a:bodyPr>
          <a:lstStyle>
            <a:lvl1pPr lvl="0" algn="l">
              <a:lnSpc>
                <a:spcPct val="120000"/>
              </a:lnSpc>
              <a:spcBef>
                <a:spcPts val="1000"/>
              </a:spcBef>
              <a:spcAft>
                <a:spcPts val="0"/>
              </a:spcAft>
              <a:buClr>
                <a:schemeClr val="lt2"/>
              </a:buClr>
              <a:buSzPts val="2500"/>
              <a:buNone/>
              <a:defRPr sz="2000" cap="none">
                <a:solidFill>
                  <a:schemeClr val="lt2"/>
                </a:solidFill>
              </a:defRPr>
            </a:lvl1pPr>
            <a:lvl2pPr lvl="1" algn="ctr">
              <a:lnSpc>
                <a:spcPct val="120000"/>
              </a:lnSpc>
              <a:spcBef>
                <a:spcPts val="500"/>
              </a:spcBef>
              <a:spcAft>
                <a:spcPts val="0"/>
              </a:spcAft>
              <a:buClr>
                <a:schemeClr val="lt1"/>
              </a:buClr>
              <a:buSzPts val="2500"/>
              <a:buNone/>
              <a:defRPr sz="2000"/>
            </a:lvl2pPr>
            <a:lvl3pPr lvl="2" algn="ctr">
              <a:lnSpc>
                <a:spcPct val="120000"/>
              </a:lnSpc>
              <a:spcBef>
                <a:spcPts val="500"/>
              </a:spcBef>
              <a:spcAft>
                <a:spcPts val="0"/>
              </a:spcAft>
              <a:buClr>
                <a:schemeClr val="lt1"/>
              </a:buClr>
              <a:buSzPts val="2250"/>
              <a:buNone/>
              <a:defRPr sz="1800"/>
            </a:lvl3pPr>
            <a:lvl4pPr lvl="3" algn="ctr">
              <a:lnSpc>
                <a:spcPct val="120000"/>
              </a:lnSpc>
              <a:spcBef>
                <a:spcPts val="500"/>
              </a:spcBef>
              <a:spcAft>
                <a:spcPts val="0"/>
              </a:spcAft>
              <a:buClr>
                <a:schemeClr val="lt1"/>
              </a:buClr>
              <a:buSzPts val="2000"/>
              <a:buNone/>
              <a:defRPr sz="1600"/>
            </a:lvl4pPr>
            <a:lvl5pPr lvl="4" algn="ctr">
              <a:lnSpc>
                <a:spcPct val="120000"/>
              </a:lnSpc>
              <a:spcBef>
                <a:spcPts val="500"/>
              </a:spcBef>
              <a:spcAft>
                <a:spcPts val="0"/>
              </a:spcAft>
              <a:buClr>
                <a:schemeClr val="lt1"/>
              </a:buClr>
              <a:buSzPts val="2000"/>
              <a:buNone/>
              <a:defRPr sz="1600"/>
            </a:lvl5pPr>
            <a:lvl6pPr lvl="5" algn="ctr">
              <a:lnSpc>
                <a:spcPct val="120000"/>
              </a:lnSpc>
              <a:spcBef>
                <a:spcPts val="500"/>
              </a:spcBef>
              <a:spcAft>
                <a:spcPts val="0"/>
              </a:spcAft>
              <a:buClr>
                <a:schemeClr val="lt1"/>
              </a:buClr>
              <a:buSzPts val="2000"/>
              <a:buNone/>
              <a:defRPr sz="1600"/>
            </a:lvl6pPr>
            <a:lvl7pPr lvl="6" algn="ctr">
              <a:lnSpc>
                <a:spcPct val="120000"/>
              </a:lnSpc>
              <a:spcBef>
                <a:spcPts val="500"/>
              </a:spcBef>
              <a:spcAft>
                <a:spcPts val="0"/>
              </a:spcAft>
              <a:buClr>
                <a:schemeClr val="lt1"/>
              </a:buClr>
              <a:buSzPts val="2000"/>
              <a:buNone/>
              <a:defRPr sz="1600"/>
            </a:lvl7pPr>
            <a:lvl8pPr lvl="7" algn="ctr">
              <a:lnSpc>
                <a:spcPct val="120000"/>
              </a:lnSpc>
              <a:spcBef>
                <a:spcPts val="500"/>
              </a:spcBef>
              <a:spcAft>
                <a:spcPts val="0"/>
              </a:spcAft>
              <a:buClr>
                <a:schemeClr val="lt1"/>
              </a:buClr>
              <a:buSzPts val="2000"/>
              <a:buNone/>
              <a:defRPr sz="1600"/>
            </a:lvl8pPr>
            <a:lvl9pPr lvl="8" algn="ctr">
              <a:lnSpc>
                <a:spcPct val="120000"/>
              </a:lnSpc>
              <a:spcBef>
                <a:spcPts val="500"/>
              </a:spcBef>
              <a:spcAft>
                <a:spcPts val="0"/>
              </a:spcAft>
              <a:buClr>
                <a:schemeClr val="lt1"/>
              </a:buClr>
              <a:buSzPts val="2000"/>
              <a:buNone/>
              <a:defRPr sz="1600"/>
            </a:lvl9pPr>
          </a:lstStyle>
          <a:p>
            <a:endParaRPr/>
          </a:p>
        </p:txBody>
      </p:sp>
      <p:sp>
        <p:nvSpPr>
          <p:cNvPr id="111" name="Google Shape;111;p13"/>
          <p:cNvSpPr txBox="1">
            <a:spLocks noGrp="1"/>
          </p:cNvSpPr>
          <p:nvPr>
            <p:ph type="dt" idx="10"/>
          </p:nvPr>
        </p:nvSpPr>
        <p:spPr>
          <a:xfrm>
            <a:off x="7077511" y="5410201"/>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2" name="Google Shape;112;p13"/>
          <p:cNvSpPr txBox="1">
            <a:spLocks noGrp="1"/>
          </p:cNvSpPr>
          <p:nvPr>
            <p:ph type="ftr" idx="11"/>
          </p:nvPr>
        </p:nvSpPr>
        <p:spPr>
          <a:xfrm>
            <a:off x="1876424" y="5410201"/>
            <a:ext cx="51248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13"/>
          <p:cNvSpPr txBox="1">
            <a:spLocks noGrp="1"/>
          </p:cNvSpPr>
          <p:nvPr>
            <p:ph type="sldNum" idx="12"/>
          </p:nvPr>
        </p:nvSpPr>
        <p:spPr>
          <a:xfrm>
            <a:off x="9896911" y="5410199"/>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4"/>
        <p:cNvGrpSpPr/>
        <p:nvPr/>
      </p:nvGrpSpPr>
      <p:grpSpPr>
        <a:xfrm>
          <a:off x="0" y="0"/>
          <a:ext cx="0" cy="0"/>
          <a:chOff x="0" y="0"/>
          <a:chExt cx="0" cy="0"/>
        </a:xfrm>
      </p:grpSpPr>
      <p:sp>
        <p:nvSpPr>
          <p:cNvPr id="115" name="Google Shape;115;p14"/>
          <p:cNvSpPr txBox="1">
            <a:spLocks noGrp="1"/>
          </p:cNvSpPr>
          <p:nvPr>
            <p:ph type="title"/>
          </p:nvPr>
        </p:nvSpPr>
        <p:spPr>
          <a:xfrm>
            <a:off x="1141413" y="618518"/>
            <a:ext cx="9905998" cy="147857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6" name="Google Shape;116;p14"/>
          <p:cNvSpPr txBox="1">
            <a:spLocks noGrp="1"/>
          </p:cNvSpPr>
          <p:nvPr>
            <p:ph type="body" idx="1"/>
          </p:nvPr>
        </p:nvSpPr>
        <p:spPr>
          <a:xfrm>
            <a:off x="1141412" y="2249487"/>
            <a:ext cx="9905999" cy="3541714"/>
          </a:xfrm>
          <a:prstGeom prst="rect">
            <a:avLst/>
          </a:prstGeom>
          <a:noFill/>
          <a:ln>
            <a:noFill/>
          </a:ln>
        </p:spPr>
        <p:txBody>
          <a:bodyPr spcFirstLastPara="1" wrap="square" lIns="91425" tIns="45700" rIns="91425" bIns="45700" anchor="t" anchorCtr="0">
            <a:normAutofit/>
          </a:bodyPr>
          <a:lstStyle>
            <a:lvl1pPr marL="457200" lvl="0" indent="-371475" algn="l">
              <a:lnSpc>
                <a:spcPct val="120000"/>
              </a:lnSpc>
              <a:spcBef>
                <a:spcPts val="1000"/>
              </a:spcBef>
              <a:spcAft>
                <a:spcPts val="0"/>
              </a:spcAft>
              <a:buClr>
                <a:schemeClr val="lt1"/>
              </a:buClr>
              <a:buSzPts val="2250"/>
              <a:buChar char="•"/>
              <a:defRPr/>
            </a:lvl1pPr>
            <a:lvl2pPr marL="914400" lvl="1" indent="-371475" algn="l">
              <a:lnSpc>
                <a:spcPct val="120000"/>
              </a:lnSpc>
              <a:spcBef>
                <a:spcPts val="500"/>
              </a:spcBef>
              <a:spcAft>
                <a:spcPts val="0"/>
              </a:spcAft>
              <a:buClr>
                <a:schemeClr val="lt1"/>
              </a:buClr>
              <a:buSzPts val="2250"/>
              <a:buChar char="•"/>
              <a:defRPr/>
            </a:lvl2pPr>
            <a:lvl3pPr marL="1371600" lvl="2" indent="-371475" algn="l">
              <a:lnSpc>
                <a:spcPct val="120000"/>
              </a:lnSpc>
              <a:spcBef>
                <a:spcPts val="500"/>
              </a:spcBef>
              <a:spcAft>
                <a:spcPts val="0"/>
              </a:spcAft>
              <a:buClr>
                <a:schemeClr val="lt1"/>
              </a:buClr>
              <a:buSzPts val="2250"/>
              <a:buChar char="•"/>
              <a:defRPr/>
            </a:lvl3pPr>
            <a:lvl4pPr marL="1828800" lvl="3" indent="-371475" algn="l">
              <a:lnSpc>
                <a:spcPct val="120000"/>
              </a:lnSpc>
              <a:spcBef>
                <a:spcPts val="500"/>
              </a:spcBef>
              <a:spcAft>
                <a:spcPts val="0"/>
              </a:spcAft>
              <a:buClr>
                <a:schemeClr val="lt1"/>
              </a:buClr>
              <a:buSzPts val="2250"/>
              <a:buChar char="•"/>
              <a:defRPr/>
            </a:lvl4pPr>
            <a:lvl5pPr marL="2286000" lvl="4" indent="-371475" algn="l">
              <a:lnSpc>
                <a:spcPct val="120000"/>
              </a:lnSpc>
              <a:spcBef>
                <a:spcPts val="500"/>
              </a:spcBef>
              <a:spcAft>
                <a:spcPts val="0"/>
              </a:spcAft>
              <a:buClr>
                <a:schemeClr val="lt1"/>
              </a:buClr>
              <a:buSzPts val="2250"/>
              <a:buChar char="•"/>
              <a:defRPr/>
            </a:lvl5pPr>
            <a:lvl6pPr marL="2743200" lvl="5" indent="-371475" algn="l">
              <a:lnSpc>
                <a:spcPct val="120000"/>
              </a:lnSpc>
              <a:spcBef>
                <a:spcPts val="500"/>
              </a:spcBef>
              <a:spcAft>
                <a:spcPts val="0"/>
              </a:spcAft>
              <a:buClr>
                <a:schemeClr val="lt1"/>
              </a:buClr>
              <a:buSzPts val="2250"/>
              <a:buChar char="•"/>
              <a:defRPr/>
            </a:lvl6pPr>
            <a:lvl7pPr marL="3200400" lvl="6" indent="-371475" algn="l">
              <a:lnSpc>
                <a:spcPct val="120000"/>
              </a:lnSpc>
              <a:spcBef>
                <a:spcPts val="500"/>
              </a:spcBef>
              <a:spcAft>
                <a:spcPts val="0"/>
              </a:spcAft>
              <a:buClr>
                <a:schemeClr val="lt1"/>
              </a:buClr>
              <a:buSzPts val="2250"/>
              <a:buChar char="•"/>
              <a:defRPr/>
            </a:lvl7pPr>
            <a:lvl8pPr marL="3657600" lvl="7" indent="-371475" algn="l">
              <a:lnSpc>
                <a:spcPct val="120000"/>
              </a:lnSpc>
              <a:spcBef>
                <a:spcPts val="500"/>
              </a:spcBef>
              <a:spcAft>
                <a:spcPts val="0"/>
              </a:spcAft>
              <a:buClr>
                <a:schemeClr val="lt1"/>
              </a:buClr>
              <a:buSzPts val="2250"/>
              <a:buChar char="•"/>
              <a:defRPr/>
            </a:lvl8pPr>
            <a:lvl9pPr marL="4114800" lvl="8" indent="-371475" algn="l">
              <a:lnSpc>
                <a:spcPct val="120000"/>
              </a:lnSpc>
              <a:spcBef>
                <a:spcPts val="500"/>
              </a:spcBef>
              <a:spcAft>
                <a:spcPts val="0"/>
              </a:spcAft>
              <a:buClr>
                <a:schemeClr val="lt1"/>
              </a:buClr>
              <a:buSzPts val="2250"/>
              <a:buChar char="•"/>
              <a:defRPr/>
            </a:lvl9pPr>
          </a:lstStyle>
          <a:p>
            <a:endParaRPr/>
          </a:p>
        </p:txBody>
      </p:sp>
      <p:sp>
        <p:nvSpPr>
          <p:cNvPr id="117" name="Google Shape;117;p14"/>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8" name="Google Shape;118;p14"/>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9" name="Google Shape;119;p14"/>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0"/>
        <p:cNvGrpSpPr/>
        <p:nvPr/>
      </p:nvGrpSpPr>
      <p:grpSpPr>
        <a:xfrm>
          <a:off x="0" y="0"/>
          <a:ext cx="0" cy="0"/>
          <a:chOff x="0" y="0"/>
          <a:chExt cx="0" cy="0"/>
        </a:xfrm>
      </p:grpSpPr>
      <p:sp>
        <p:nvSpPr>
          <p:cNvPr id="121" name="Google Shape;121;p15"/>
          <p:cNvSpPr txBox="1">
            <a:spLocks noGrp="1"/>
          </p:cNvSpPr>
          <p:nvPr>
            <p:ph type="title"/>
          </p:nvPr>
        </p:nvSpPr>
        <p:spPr>
          <a:xfrm>
            <a:off x="1141411" y="1419226"/>
            <a:ext cx="99060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600"/>
              <a:buFont typeface="Twentieth Century"/>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2" name="Google Shape;122;p15"/>
          <p:cNvSpPr txBox="1">
            <a:spLocks noGrp="1"/>
          </p:cNvSpPr>
          <p:nvPr>
            <p:ph type="body" idx="1"/>
          </p:nvPr>
        </p:nvSpPr>
        <p:spPr>
          <a:xfrm>
            <a:off x="1141411" y="4424362"/>
            <a:ext cx="9906000" cy="1374776"/>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lt1"/>
              </a:buClr>
              <a:buSzPts val="2250"/>
              <a:buNone/>
              <a:defRPr sz="1800" cap="none">
                <a:solidFill>
                  <a:schemeClr val="lt1"/>
                </a:solidFill>
              </a:defRPr>
            </a:lvl1pPr>
            <a:lvl2pPr marL="914400" lvl="1" indent="-228600" algn="l">
              <a:lnSpc>
                <a:spcPct val="120000"/>
              </a:lnSpc>
              <a:spcBef>
                <a:spcPts val="500"/>
              </a:spcBef>
              <a:spcAft>
                <a:spcPts val="0"/>
              </a:spcAft>
              <a:buClr>
                <a:schemeClr val="lt1"/>
              </a:buClr>
              <a:buSzPts val="2250"/>
              <a:buNone/>
              <a:defRPr sz="1800">
                <a:solidFill>
                  <a:schemeClr val="lt1"/>
                </a:solidFill>
              </a:defRPr>
            </a:lvl2pPr>
            <a:lvl3pPr marL="1371600" lvl="2" indent="-228600" algn="l">
              <a:lnSpc>
                <a:spcPct val="120000"/>
              </a:lnSpc>
              <a:spcBef>
                <a:spcPts val="500"/>
              </a:spcBef>
              <a:spcAft>
                <a:spcPts val="0"/>
              </a:spcAft>
              <a:buClr>
                <a:schemeClr val="lt1"/>
              </a:buClr>
              <a:buSzPts val="2250"/>
              <a:buNone/>
              <a:defRPr sz="1800">
                <a:solidFill>
                  <a:schemeClr val="lt1"/>
                </a:solidFill>
              </a:defRPr>
            </a:lvl3pPr>
            <a:lvl4pPr marL="1828800" lvl="3" indent="-228600" algn="l">
              <a:lnSpc>
                <a:spcPct val="120000"/>
              </a:lnSpc>
              <a:spcBef>
                <a:spcPts val="500"/>
              </a:spcBef>
              <a:spcAft>
                <a:spcPts val="0"/>
              </a:spcAft>
              <a:buClr>
                <a:schemeClr val="lt1"/>
              </a:buClr>
              <a:buSzPts val="2000"/>
              <a:buNone/>
              <a:defRPr sz="1600">
                <a:solidFill>
                  <a:schemeClr val="lt1"/>
                </a:solidFill>
              </a:defRPr>
            </a:lvl4pPr>
            <a:lvl5pPr marL="2286000" lvl="4" indent="-228600" algn="l">
              <a:lnSpc>
                <a:spcPct val="120000"/>
              </a:lnSpc>
              <a:spcBef>
                <a:spcPts val="500"/>
              </a:spcBef>
              <a:spcAft>
                <a:spcPts val="0"/>
              </a:spcAft>
              <a:buClr>
                <a:schemeClr val="lt1"/>
              </a:buClr>
              <a:buSzPts val="2000"/>
              <a:buNone/>
              <a:defRPr sz="1600">
                <a:solidFill>
                  <a:schemeClr val="lt1"/>
                </a:solidFill>
              </a:defRPr>
            </a:lvl5pPr>
            <a:lvl6pPr marL="2743200" lvl="5" indent="-228600" algn="l">
              <a:lnSpc>
                <a:spcPct val="120000"/>
              </a:lnSpc>
              <a:spcBef>
                <a:spcPts val="500"/>
              </a:spcBef>
              <a:spcAft>
                <a:spcPts val="0"/>
              </a:spcAft>
              <a:buClr>
                <a:schemeClr val="lt1"/>
              </a:buClr>
              <a:buSzPts val="2000"/>
              <a:buNone/>
              <a:defRPr sz="1600">
                <a:solidFill>
                  <a:schemeClr val="lt1"/>
                </a:solidFill>
              </a:defRPr>
            </a:lvl6pPr>
            <a:lvl7pPr marL="3200400" lvl="6" indent="-228600" algn="l">
              <a:lnSpc>
                <a:spcPct val="120000"/>
              </a:lnSpc>
              <a:spcBef>
                <a:spcPts val="500"/>
              </a:spcBef>
              <a:spcAft>
                <a:spcPts val="0"/>
              </a:spcAft>
              <a:buClr>
                <a:schemeClr val="lt1"/>
              </a:buClr>
              <a:buSzPts val="2000"/>
              <a:buNone/>
              <a:defRPr sz="1600">
                <a:solidFill>
                  <a:schemeClr val="lt1"/>
                </a:solidFill>
              </a:defRPr>
            </a:lvl7pPr>
            <a:lvl8pPr marL="3657600" lvl="7" indent="-228600" algn="l">
              <a:lnSpc>
                <a:spcPct val="120000"/>
              </a:lnSpc>
              <a:spcBef>
                <a:spcPts val="500"/>
              </a:spcBef>
              <a:spcAft>
                <a:spcPts val="0"/>
              </a:spcAft>
              <a:buClr>
                <a:schemeClr val="lt1"/>
              </a:buClr>
              <a:buSzPts val="2000"/>
              <a:buNone/>
              <a:defRPr sz="1600">
                <a:solidFill>
                  <a:schemeClr val="lt1"/>
                </a:solidFill>
              </a:defRPr>
            </a:lvl8pPr>
            <a:lvl9pPr marL="4114800" lvl="8" indent="-228600" algn="l">
              <a:lnSpc>
                <a:spcPct val="120000"/>
              </a:lnSpc>
              <a:spcBef>
                <a:spcPts val="500"/>
              </a:spcBef>
              <a:spcAft>
                <a:spcPts val="0"/>
              </a:spcAft>
              <a:buClr>
                <a:schemeClr val="lt1"/>
              </a:buClr>
              <a:buSzPts val="2000"/>
              <a:buNone/>
              <a:defRPr sz="1600">
                <a:solidFill>
                  <a:schemeClr val="lt1"/>
                </a:solidFill>
              </a:defRPr>
            </a:lvl9pPr>
          </a:lstStyle>
          <a:p>
            <a:endParaRPr/>
          </a:p>
        </p:txBody>
      </p:sp>
      <p:sp>
        <p:nvSpPr>
          <p:cNvPr id="123" name="Google Shape;123;p15"/>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4" name="Google Shape;124;p15"/>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5" name="Google Shape;125;p15"/>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26"/>
        <p:cNvGrpSpPr/>
        <p:nvPr/>
      </p:nvGrpSpPr>
      <p:grpSpPr>
        <a:xfrm>
          <a:off x="0" y="0"/>
          <a:ext cx="0" cy="0"/>
          <a:chOff x="0" y="0"/>
          <a:chExt cx="0" cy="0"/>
        </a:xfrm>
      </p:grpSpPr>
      <p:sp>
        <p:nvSpPr>
          <p:cNvPr id="127" name="Google Shape;127;p16"/>
          <p:cNvSpPr txBox="1">
            <a:spLocks noGrp="1"/>
          </p:cNvSpPr>
          <p:nvPr>
            <p:ph type="title"/>
          </p:nvPr>
        </p:nvSpPr>
        <p:spPr>
          <a:xfrm>
            <a:off x="1141413" y="618518"/>
            <a:ext cx="9905998" cy="147857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8" name="Google Shape;128;p16"/>
          <p:cNvSpPr txBox="1">
            <a:spLocks noGrp="1"/>
          </p:cNvSpPr>
          <p:nvPr>
            <p:ph type="body" idx="1"/>
          </p:nvPr>
        </p:nvSpPr>
        <p:spPr>
          <a:xfrm>
            <a:off x="1141410" y="2249486"/>
            <a:ext cx="4878389" cy="3541714"/>
          </a:xfrm>
          <a:prstGeom prst="rect">
            <a:avLst/>
          </a:prstGeom>
          <a:noFill/>
          <a:ln>
            <a:noFill/>
          </a:ln>
        </p:spPr>
        <p:txBody>
          <a:bodyPr spcFirstLastPara="1" wrap="square" lIns="91425" tIns="45700" rIns="91425" bIns="45700" anchor="t" anchorCtr="0">
            <a:normAutofit/>
          </a:bodyPr>
          <a:lstStyle>
            <a:lvl1pPr marL="457200" lvl="0" indent="-371475" algn="l">
              <a:lnSpc>
                <a:spcPct val="120000"/>
              </a:lnSpc>
              <a:spcBef>
                <a:spcPts val="1000"/>
              </a:spcBef>
              <a:spcAft>
                <a:spcPts val="0"/>
              </a:spcAft>
              <a:buClr>
                <a:schemeClr val="lt1"/>
              </a:buClr>
              <a:buSzPts val="2250"/>
              <a:buChar char="•"/>
              <a:defRPr/>
            </a:lvl1pPr>
            <a:lvl2pPr marL="914400" lvl="1" indent="-371475" algn="l">
              <a:lnSpc>
                <a:spcPct val="120000"/>
              </a:lnSpc>
              <a:spcBef>
                <a:spcPts val="500"/>
              </a:spcBef>
              <a:spcAft>
                <a:spcPts val="0"/>
              </a:spcAft>
              <a:buClr>
                <a:schemeClr val="lt1"/>
              </a:buClr>
              <a:buSzPts val="2250"/>
              <a:buChar char="•"/>
              <a:defRPr/>
            </a:lvl2pPr>
            <a:lvl3pPr marL="1371600" lvl="2" indent="-371475" algn="l">
              <a:lnSpc>
                <a:spcPct val="120000"/>
              </a:lnSpc>
              <a:spcBef>
                <a:spcPts val="500"/>
              </a:spcBef>
              <a:spcAft>
                <a:spcPts val="0"/>
              </a:spcAft>
              <a:buClr>
                <a:schemeClr val="lt1"/>
              </a:buClr>
              <a:buSzPts val="2250"/>
              <a:buChar char="•"/>
              <a:defRPr/>
            </a:lvl3pPr>
            <a:lvl4pPr marL="1828800" lvl="3" indent="-371475" algn="l">
              <a:lnSpc>
                <a:spcPct val="120000"/>
              </a:lnSpc>
              <a:spcBef>
                <a:spcPts val="500"/>
              </a:spcBef>
              <a:spcAft>
                <a:spcPts val="0"/>
              </a:spcAft>
              <a:buClr>
                <a:schemeClr val="lt1"/>
              </a:buClr>
              <a:buSzPts val="2250"/>
              <a:buChar char="•"/>
              <a:defRPr/>
            </a:lvl4pPr>
            <a:lvl5pPr marL="2286000" lvl="4" indent="-371475" algn="l">
              <a:lnSpc>
                <a:spcPct val="120000"/>
              </a:lnSpc>
              <a:spcBef>
                <a:spcPts val="500"/>
              </a:spcBef>
              <a:spcAft>
                <a:spcPts val="0"/>
              </a:spcAft>
              <a:buClr>
                <a:schemeClr val="lt1"/>
              </a:buClr>
              <a:buSzPts val="2250"/>
              <a:buChar char="•"/>
              <a:defRPr/>
            </a:lvl5pPr>
            <a:lvl6pPr marL="2743200" lvl="5" indent="-371475" algn="l">
              <a:lnSpc>
                <a:spcPct val="120000"/>
              </a:lnSpc>
              <a:spcBef>
                <a:spcPts val="500"/>
              </a:spcBef>
              <a:spcAft>
                <a:spcPts val="0"/>
              </a:spcAft>
              <a:buClr>
                <a:schemeClr val="lt1"/>
              </a:buClr>
              <a:buSzPts val="2250"/>
              <a:buChar char="•"/>
              <a:defRPr/>
            </a:lvl6pPr>
            <a:lvl7pPr marL="3200400" lvl="6" indent="-371475" algn="l">
              <a:lnSpc>
                <a:spcPct val="120000"/>
              </a:lnSpc>
              <a:spcBef>
                <a:spcPts val="500"/>
              </a:spcBef>
              <a:spcAft>
                <a:spcPts val="0"/>
              </a:spcAft>
              <a:buClr>
                <a:schemeClr val="lt1"/>
              </a:buClr>
              <a:buSzPts val="2250"/>
              <a:buChar char="•"/>
              <a:defRPr/>
            </a:lvl7pPr>
            <a:lvl8pPr marL="3657600" lvl="7" indent="-371475" algn="l">
              <a:lnSpc>
                <a:spcPct val="120000"/>
              </a:lnSpc>
              <a:spcBef>
                <a:spcPts val="500"/>
              </a:spcBef>
              <a:spcAft>
                <a:spcPts val="0"/>
              </a:spcAft>
              <a:buClr>
                <a:schemeClr val="lt1"/>
              </a:buClr>
              <a:buSzPts val="2250"/>
              <a:buChar char="•"/>
              <a:defRPr/>
            </a:lvl8pPr>
            <a:lvl9pPr marL="4114800" lvl="8" indent="-371475" algn="l">
              <a:lnSpc>
                <a:spcPct val="120000"/>
              </a:lnSpc>
              <a:spcBef>
                <a:spcPts val="500"/>
              </a:spcBef>
              <a:spcAft>
                <a:spcPts val="0"/>
              </a:spcAft>
              <a:buClr>
                <a:schemeClr val="lt1"/>
              </a:buClr>
              <a:buSzPts val="2250"/>
              <a:buChar char="•"/>
              <a:defRPr/>
            </a:lvl9pPr>
          </a:lstStyle>
          <a:p>
            <a:endParaRPr/>
          </a:p>
        </p:txBody>
      </p:sp>
      <p:sp>
        <p:nvSpPr>
          <p:cNvPr id="129" name="Google Shape;129;p16"/>
          <p:cNvSpPr txBox="1">
            <a:spLocks noGrp="1"/>
          </p:cNvSpPr>
          <p:nvPr>
            <p:ph type="body" idx="2"/>
          </p:nvPr>
        </p:nvSpPr>
        <p:spPr>
          <a:xfrm>
            <a:off x="6172200" y="2249486"/>
            <a:ext cx="4875211" cy="3541714"/>
          </a:xfrm>
          <a:prstGeom prst="rect">
            <a:avLst/>
          </a:prstGeom>
          <a:noFill/>
          <a:ln>
            <a:noFill/>
          </a:ln>
        </p:spPr>
        <p:txBody>
          <a:bodyPr spcFirstLastPara="1" wrap="square" lIns="91425" tIns="45700" rIns="91425" bIns="45700" anchor="t" anchorCtr="0">
            <a:normAutofit/>
          </a:bodyPr>
          <a:lstStyle>
            <a:lvl1pPr marL="457200" lvl="0" indent="-371475" algn="l">
              <a:lnSpc>
                <a:spcPct val="120000"/>
              </a:lnSpc>
              <a:spcBef>
                <a:spcPts val="1000"/>
              </a:spcBef>
              <a:spcAft>
                <a:spcPts val="0"/>
              </a:spcAft>
              <a:buClr>
                <a:schemeClr val="lt1"/>
              </a:buClr>
              <a:buSzPts val="2250"/>
              <a:buChar char="•"/>
              <a:defRPr/>
            </a:lvl1pPr>
            <a:lvl2pPr marL="914400" lvl="1" indent="-371475" algn="l">
              <a:lnSpc>
                <a:spcPct val="120000"/>
              </a:lnSpc>
              <a:spcBef>
                <a:spcPts val="500"/>
              </a:spcBef>
              <a:spcAft>
                <a:spcPts val="0"/>
              </a:spcAft>
              <a:buClr>
                <a:schemeClr val="lt1"/>
              </a:buClr>
              <a:buSzPts val="2250"/>
              <a:buChar char="•"/>
              <a:defRPr/>
            </a:lvl2pPr>
            <a:lvl3pPr marL="1371600" lvl="2" indent="-371475" algn="l">
              <a:lnSpc>
                <a:spcPct val="120000"/>
              </a:lnSpc>
              <a:spcBef>
                <a:spcPts val="500"/>
              </a:spcBef>
              <a:spcAft>
                <a:spcPts val="0"/>
              </a:spcAft>
              <a:buClr>
                <a:schemeClr val="lt1"/>
              </a:buClr>
              <a:buSzPts val="2250"/>
              <a:buChar char="•"/>
              <a:defRPr/>
            </a:lvl3pPr>
            <a:lvl4pPr marL="1828800" lvl="3" indent="-371475" algn="l">
              <a:lnSpc>
                <a:spcPct val="120000"/>
              </a:lnSpc>
              <a:spcBef>
                <a:spcPts val="500"/>
              </a:spcBef>
              <a:spcAft>
                <a:spcPts val="0"/>
              </a:spcAft>
              <a:buClr>
                <a:schemeClr val="lt1"/>
              </a:buClr>
              <a:buSzPts val="2250"/>
              <a:buChar char="•"/>
              <a:defRPr/>
            </a:lvl4pPr>
            <a:lvl5pPr marL="2286000" lvl="4" indent="-371475" algn="l">
              <a:lnSpc>
                <a:spcPct val="120000"/>
              </a:lnSpc>
              <a:spcBef>
                <a:spcPts val="500"/>
              </a:spcBef>
              <a:spcAft>
                <a:spcPts val="0"/>
              </a:spcAft>
              <a:buClr>
                <a:schemeClr val="lt1"/>
              </a:buClr>
              <a:buSzPts val="2250"/>
              <a:buChar char="•"/>
              <a:defRPr/>
            </a:lvl5pPr>
            <a:lvl6pPr marL="2743200" lvl="5" indent="-371475" algn="l">
              <a:lnSpc>
                <a:spcPct val="120000"/>
              </a:lnSpc>
              <a:spcBef>
                <a:spcPts val="500"/>
              </a:spcBef>
              <a:spcAft>
                <a:spcPts val="0"/>
              </a:spcAft>
              <a:buClr>
                <a:schemeClr val="lt1"/>
              </a:buClr>
              <a:buSzPts val="2250"/>
              <a:buChar char="•"/>
              <a:defRPr/>
            </a:lvl6pPr>
            <a:lvl7pPr marL="3200400" lvl="6" indent="-371475" algn="l">
              <a:lnSpc>
                <a:spcPct val="120000"/>
              </a:lnSpc>
              <a:spcBef>
                <a:spcPts val="500"/>
              </a:spcBef>
              <a:spcAft>
                <a:spcPts val="0"/>
              </a:spcAft>
              <a:buClr>
                <a:schemeClr val="lt1"/>
              </a:buClr>
              <a:buSzPts val="2250"/>
              <a:buChar char="•"/>
              <a:defRPr/>
            </a:lvl7pPr>
            <a:lvl8pPr marL="3657600" lvl="7" indent="-371475" algn="l">
              <a:lnSpc>
                <a:spcPct val="120000"/>
              </a:lnSpc>
              <a:spcBef>
                <a:spcPts val="500"/>
              </a:spcBef>
              <a:spcAft>
                <a:spcPts val="0"/>
              </a:spcAft>
              <a:buClr>
                <a:schemeClr val="lt1"/>
              </a:buClr>
              <a:buSzPts val="2250"/>
              <a:buChar char="•"/>
              <a:defRPr/>
            </a:lvl8pPr>
            <a:lvl9pPr marL="4114800" lvl="8" indent="-371475" algn="l">
              <a:lnSpc>
                <a:spcPct val="120000"/>
              </a:lnSpc>
              <a:spcBef>
                <a:spcPts val="500"/>
              </a:spcBef>
              <a:spcAft>
                <a:spcPts val="0"/>
              </a:spcAft>
              <a:buClr>
                <a:schemeClr val="lt1"/>
              </a:buClr>
              <a:buSzPts val="2250"/>
              <a:buChar char="•"/>
              <a:defRPr/>
            </a:lvl9pPr>
          </a:lstStyle>
          <a:p>
            <a:endParaRPr/>
          </a:p>
        </p:txBody>
      </p:sp>
      <p:sp>
        <p:nvSpPr>
          <p:cNvPr id="130" name="Google Shape;130;p16"/>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16"/>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2" name="Google Shape;132;p16"/>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33"/>
        <p:cNvGrpSpPr/>
        <p:nvPr/>
      </p:nvGrpSpPr>
      <p:grpSpPr>
        <a:xfrm>
          <a:off x="0" y="0"/>
          <a:ext cx="0" cy="0"/>
          <a:chOff x="0" y="0"/>
          <a:chExt cx="0" cy="0"/>
        </a:xfrm>
      </p:grpSpPr>
      <p:sp>
        <p:nvSpPr>
          <p:cNvPr id="134" name="Google Shape;134;p17"/>
          <p:cNvSpPr txBox="1">
            <a:spLocks noGrp="1"/>
          </p:cNvSpPr>
          <p:nvPr>
            <p:ph type="title"/>
          </p:nvPr>
        </p:nvSpPr>
        <p:spPr>
          <a:xfrm>
            <a:off x="1141411" y="619126"/>
            <a:ext cx="9906000" cy="147796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5" name="Google Shape;135;p17"/>
          <p:cNvSpPr txBox="1">
            <a:spLocks noGrp="1"/>
          </p:cNvSpPr>
          <p:nvPr>
            <p:ph type="body" idx="1"/>
          </p:nvPr>
        </p:nvSpPr>
        <p:spPr>
          <a:xfrm>
            <a:off x="1370019" y="2249486"/>
            <a:ext cx="4649783"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3000"/>
              <a:buNone/>
              <a:defRPr sz="2400" b="0" cap="none">
                <a:solidFill>
                  <a:schemeClr val="lt1"/>
                </a:solidFill>
              </a:defRPr>
            </a:lvl1pPr>
            <a:lvl2pPr marL="914400" lvl="1" indent="-228600" algn="l">
              <a:lnSpc>
                <a:spcPct val="120000"/>
              </a:lnSpc>
              <a:spcBef>
                <a:spcPts val="500"/>
              </a:spcBef>
              <a:spcAft>
                <a:spcPts val="0"/>
              </a:spcAft>
              <a:buClr>
                <a:schemeClr val="lt1"/>
              </a:buClr>
              <a:buSzPts val="2500"/>
              <a:buNone/>
              <a:defRPr sz="2000" b="1"/>
            </a:lvl2pPr>
            <a:lvl3pPr marL="1371600" lvl="2" indent="-228600" algn="l">
              <a:lnSpc>
                <a:spcPct val="120000"/>
              </a:lnSpc>
              <a:spcBef>
                <a:spcPts val="500"/>
              </a:spcBef>
              <a:spcAft>
                <a:spcPts val="0"/>
              </a:spcAft>
              <a:buClr>
                <a:schemeClr val="lt1"/>
              </a:buClr>
              <a:buSzPts val="2250"/>
              <a:buNone/>
              <a:defRPr sz="1800" b="1"/>
            </a:lvl3pPr>
            <a:lvl4pPr marL="1828800" lvl="3" indent="-228600" algn="l">
              <a:lnSpc>
                <a:spcPct val="120000"/>
              </a:lnSpc>
              <a:spcBef>
                <a:spcPts val="500"/>
              </a:spcBef>
              <a:spcAft>
                <a:spcPts val="0"/>
              </a:spcAft>
              <a:buClr>
                <a:schemeClr val="lt1"/>
              </a:buClr>
              <a:buSzPts val="2000"/>
              <a:buNone/>
              <a:defRPr sz="1600" b="1"/>
            </a:lvl4pPr>
            <a:lvl5pPr marL="2286000" lvl="4" indent="-228600" algn="l">
              <a:lnSpc>
                <a:spcPct val="120000"/>
              </a:lnSpc>
              <a:spcBef>
                <a:spcPts val="500"/>
              </a:spcBef>
              <a:spcAft>
                <a:spcPts val="0"/>
              </a:spcAft>
              <a:buClr>
                <a:schemeClr val="lt1"/>
              </a:buClr>
              <a:buSzPts val="2000"/>
              <a:buNone/>
              <a:defRPr sz="1600" b="1"/>
            </a:lvl5pPr>
            <a:lvl6pPr marL="2743200" lvl="5" indent="-228600" algn="l">
              <a:lnSpc>
                <a:spcPct val="120000"/>
              </a:lnSpc>
              <a:spcBef>
                <a:spcPts val="500"/>
              </a:spcBef>
              <a:spcAft>
                <a:spcPts val="0"/>
              </a:spcAft>
              <a:buClr>
                <a:schemeClr val="lt1"/>
              </a:buClr>
              <a:buSzPts val="2000"/>
              <a:buNone/>
              <a:defRPr sz="1600" b="1"/>
            </a:lvl6pPr>
            <a:lvl7pPr marL="3200400" lvl="6" indent="-228600" algn="l">
              <a:lnSpc>
                <a:spcPct val="120000"/>
              </a:lnSpc>
              <a:spcBef>
                <a:spcPts val="500"/>
              </a:spcBef>
              <a:spcAft>
                <a:spcPts val="0"/>
              </a:spcAft>
              <a:buClr>
                <a:schemeClr val="lt1"/>
              </a:buClr>
              <a:buSzPts val="2000"/>
              <a:buNone/>
              <a:defRPr sz="1600" b="1"/>
            </a:lvl7pPr>
            <a:lvl8pPr marL="3657600" lvl="7" indent="-228600" algn="l">
              <a:lnSpc>
                <a:spcPct val="120000"/>
              </a:lnSpc>
              <a:spcBef>
                <a:spcPts val="500"/>
              </a:spcBef>
              <a:spcAft>
                <a:spcPts val="0"/>
              </a:spcAft>
              <a:buClr>
                <a:schemeClr val="lt1"/>
              </a:buClr>
              <a:buSzPts val="2000"/>
              <a:buNone/>
              <a:defRPr sz="1600" b="1"/>
            </a:lvl8pPr>
            <a:lvl9pPr marL="4114800" lvl="8" indent="-228600" algn="l">
              <a:lnSpc>
                <a:spcPct val="120000"/>
              </a:lnSpc>
              <a:spcBef>
                <a:spcPts val="500"/>
              </a:spcBef>
              <a:spcAft>
                <a:spcPts val="0"/>
              </a:spcAft>
              <a:buClr>
                <a:schemeClr val="lt1"/>
              </a:buClr>
              <a:buSzPts val="2000"/>
              <a:buNone/>
              <a:defRPr sz="1600" b="1"/>
            </a:lvl9pPr>
          </a:lstStyle>
          <a:p>
            <a:endParaRPr/>
          </a:p>
        </p:txBody>
      </p:sp>
      <p:sp>
        <p:nvSpPr>
          <p:cNvPr id="136" name="Google Shape;136;p17"/>
          <p:cNvSpPr txBox="1">
            <a:spLocks noGrp="1"/>
          </p:cNvSpPr>
          <p:nvPr>
            <p:ph type="body" idx="2"/>
          </p:nvPr>
        </p:nvSpPr>
        <p:spPr>
          <a:xfrm>
            <a:off x="1141410" y="3073397"/>
            <a:ext cx="4878391" cy="2717801"/>
          </a:xfrm>
          <a:prstGeom prst="rect">
            <a:avLst/>
          </a:prstGeom>
          <a:noFill/>
          <a:ln>
            <a:noFill/>
          </a:ln>
        </p:spPr>
        <p:txBody>
          <a:bodyPr spcFirstLastPara="1" wrap="square" lIns="91425" tIns="45700" rIns="91425" bIns="45700" anchor="t" anchorCtr="0">
            <a:normAutofit/>
          </a:bodyPr>
          <a:lstStyle>
            <a:lvl1pPr marL="457200" lvl="0" indent="-371475" algn="l">
              <a:lnSpc>
                <a:spcPct val="120000"/>
              </a:lnSpc>
              <a:spcBef>
                <a:spcPts val="1000"/>
              </a:spcBef>
              <a:spcAft>
                <a:spcPts val="0"/>
              </a:spcAft>
              <a:buClr>
                <a:schemeClr val="lt1"/>
              </a:buClr>
              <a:buSzPts val="2250"/>
              <a:buChar char="•"/>
              <a:defRPr/>
            </a:lvl1pPr>
            <a:lvl2pPr marL="914400" lvl="1" indent="-371475" algn="l">
              <a:lnSpc>
                <a:spcPct val="120000"/>
              </a:lnSpc>
              <a:spcBef>
                <a:spcPts val="500"/>
              </a:spcBef>
              <a:spcAft>
                <a:spcPts val="0"/>
              </a:spcAft>
              <a:buClr>
                <a:schemeClr val="lt1"/>
              </a:buClr>
              <a:buSzPts val="2250"/>
              <a:buChar char="•"/>
              <a:defRPr/>
            </a:lvl2pPr>
            <a:lvl3pPr marL="1371600" lvl="2" indent="-371475" algn="l">
              <a:lnSpc>
                <a:spcPct val="120000"/>
              </a:lnSpc>
              <a:spcBef>
                <a:spcPts val="500"/>
              </a:spcBef>
              <a:spcAft>
                <a:spcPts val="0"/>
              </a:spcAft>
              <a:buClr>
                <a:schemeClr val="lt1"/>
              </a:buClr>
              <a:buSzPts val="2250"/>
              <a:buChar char="•"/>
              <a:defRPr/>
            </a:lvl3pPr>
            <a:lvl4pPr marL="1828800" lvl="3" indent="-371475" algn="l">
              <a:lnSpc>
                <a:spcPct val="120000"/>
              </a:lnSpc>
              <a:spcBef>
                <a:spcPts val="500"/>
              </a:spcBef>
              <a:spcAft>
                <a:spcPts val="0"/>
              </a:spcAft>
              <a:buClr>
                <a:schemeClr val="lt1"/>
              </a:buClr>
              <a:buSzPts val="2250"/>
              <a:buChar char="•"/>
              <a:defRPr/>
            </a:lvl4pPr>
            <a:lvl5pPr marL="2286000" lvl="4" indent="-371475" algn="l">
              <a:lnSpc>
                <a:spcPct val="120000"/>
              </a:lnSpc>
              <a:spcBef>
                <a:spcPts val="500"/>
              </a:spcBef>
              <a:spcAft>
                <a:spcPts val="0"/>
              </a:spcAft>
              <a:buClr>
                <a:schemeClr val="lt1"/>
              </a:buClr>
              <a:buSzPts val="2250"/>
              <a:buChar char="•"/>
              <a:defRPr/>
            </a:lvl5pPr>
            <a:lvl6pPr marL="2743200" lvl="5" indent="-371475" algn="l">
              <a:lnSpc>
                <a:spcPct val="120000"/>
              </a:lnSpc>
              <a:spcBef>
                <a:spcPts val="500"/>
              </a:spcBef>
              <a:spcAft>
                <a:spcPts val="0"/>
              </a:spcAft>
              <a:buClr>
                <a:schemeClr val="lt1"/>
              </a:buClr>
              <a:buSzPts val="2250"/>
              <a:buChar char="•"/>
              <a:defRPr/>
            </a:lvl6pPr>
            <a:lvl7pPr marL="3200400" lvl="6" indent="-371475" algn="l">
              <a:lnSpc>
                <a:spcPct val="120000"/>
              </a:lnSpc>
              <a:spcBef>
                <a:spcPts val="500"/>
              </a:spcBef>
              <a:spcAft>
                <a:spcPts val="0"/>
              </a:spcAft>
              <a:buClr>
                <a:schemeClr val="lt1"/>
              </a:buClr>
              <a:buSzPts val="2250"/>
              <a:buChar char="•"/>
              <a:defRPr/>
            </a:lvl7pPr>
            <a:lvl8pPr marL="3657600" lvl="7" indent="-371475" algn="l">
              <a:lnSpc>
                <a:spcPct val="120000"/>
              </a:lnSpc>
              <a:spcBef>
                <a:spcPts val="500"/>
              </a:spcBef>
              <a:spcAft>
                <a:spcPts val="0"/>
              </a:spcAft>
              <a:buClr>
                <a:schemeClr val="lt1"/>
              </a:buClr>
              <a:buSzPts val="2250"/>
              <a:buChar char="•"/>
              <a:defRPr/>
            </a:lvl8pPr>
            <a:lvl9pPr marL="4114800" lvl="8" indent="-371475" algn="l">
              <a:lnSpc>
                <a:spcPct val="120000"/>
              </a:lnSpc>
              <a:spcBef>
                <a:spcPts val="500"/>
              </a:spcBef>
              <a:spcAft>
                <a:spcPts val="0"/>
              </a:spcAft>
              <a:buClr>
                <a:schemeClr val="lt1"/>
              </a:buClr>
              <a:buSzPts val="2250"/>
              <a:buChar char="•"/>
              <a:defRPr/>
            </a:lvl9pPr>
          </a:lstStyle>
          <a:p>
            <a:endParaRPr/>
          </a:p>
        </p:txBody>
      </p:sp>
      <p:sp>
        <p:nvSpPr>
          <p:cNvPr id="137" name="Google Shape;137;p17"/>
          <p:cNvSpPr txBox="1">
            <a:spLocks noGrp="1"/>
          </p:cNvSpPr>
          <p:nvPr>
            <p:ph type="body" idx="3"/>
          </p:nvPr>
        </p:nvSpPr>
        <p:spPr>
          <a:xfrm>
            <a:off x="6400808" y="2249485"/>
            <a:ext cx="4646602"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3000"/>
              <a:buNone/>
              <a:defRPr sz="2400" b="0" cap="none">
                <a:solidFill>
                  <a:schemeClr val="lt1"/>
                </a:solidFill>
              </a:defRPr>
            </a:lvl1pPr>
            <a:lvl2pPr marL="914400" lvl="1" indent="-228600" algn="l">
              <a:lnSpc>
                <a:spcPct val="120000"/>
              </a:lnSpc>
              <a:spcBef>
                <a:spcPts val="500"/>
              </a:spcBef>
              <a:spcAft>
                <a:spcPts val="0"/>
              </a:spcAft>
              <a:buClr>
                <a:schemeClr val="lt1"/>
              </a:buClr>
              <a:buSzPts val="2500"/>
              <a:buNone/>
              <a:defRPr sz="2000" b="1"/>
            </a:lvl2pPr>
            <a:lvl3pPr marL="1371600" lvl="2" indent="-228600" algn="l">
              <a:lnSpc>
                <a:spcPct val="120000"/>
              </a:lnSpc>
              <a:spcBef>
                <a:spcPts val="500"/>
              </a:spcBef>
              <a:spcAft>
                <a:spcPts val="0"/>
              </a:spcAft>
              <a:buClr>
                <a:schemeClr val="lt1"/>
              </a:buClr>
              <a:buSzPts val="2250"/>
              <a:buNone/>
              <a:defRPr sz="1800" b="1"/>
            </a:lvl3pPr>
            <a:lvl4pPr marL="1828800" lvl="3" indent="-228600" algn="l">
              <a:lnSpc>
                <a:spcPct val="120000"/>
              </a:lnSpc>
              <a:spcBef>
                <a:spcPts val="500"/>
              </a:spcBef>
              <a:spcAft>
                <a:spcPts val="0"/>
              </a:spcAft>
              <a:buClr>
                <a:schemeClr val="lt1"/>
              </a:buClr>
              <a:buSzPts val="2000"/>
              <a:buNone/>
              <a:defRPr sz="1600" b="1"/>
            </a:lvl4pPr>
            <a:lvl5pPr marL="2286000" lvl="4" indent="-228600" algn="l">
              <a:lnSpc>
                <a:spcPct val="120000"/>
              </a:lnSpc>
              <a:spcBef>
                <a:spcPts val="500"/>
              </a:spcBef>
              <a:spcAft>
                <a:spcPts val="0"/>
              </a:spcAft>
              <a:buClr>
                <a:schemeClr val="lt1"/>
              </a:buClr>
              <a:buSzPts val="2000"/>
              <a:buNone/>
              <a:defRPr sz="1600" b="1"/>
            </a:lvl5pPr>
            <a:lvl6pPr marL="2743200" lvl="5" indent="-228600" algn="l">
              <a:lnSpc>
                <a:spcPct val="120000"/>
              </a:lnSpc>
              <a:spcBef>
                <a:spcPts val="500"/>
              </a:spcBef>
              <a:spcAft>
                <a:spcPts val="0"/>
              </a:spcAft>
              <a:buClr>
                <a:schemeClr val="lt1"/>
              </a:buClr>
              <a:buSzPts val="2000"/>
              <a:buNone/>
              <a:defRPr sz="1600" b="1"/>
            </a:lvl6pPr>
            <a:lvl7pPr marL="3200400" lvl="6" indent="-228600" algn="l">
              <a:lnSpc>
                <a:spcPct val="120000"/>
              </a:lnSpc>
              <a:spcBef>
                <a:spcPts val="500"/>
              </a:spcBef>
              <a:spcAft>
                <a:spcPts val="0"/>
              </a:spcAft>
              <a:buClr>
                <a:schemeClr val="lt1"/>
              </a:buClr>
              <a:buSzPts val="2000"/>
              <a:buNone/>
              <a:defRPr sz="1600" b="1"/>
            </a:lvl7pPr>
            <a:lvl8pPr marL="3657600" lvl="7" indent="-228600" algn="l">
              <a:lnSpc>
                <a:spcPct val="120000"/>
              </a:lnSpc>
              <a:spcBef>
                <a:spcPts val="500"/>
              </a:spcBef>
              <a:spcAft>
                <a:spcPts val="0"/>
              </a:spcAft>
              <a:buClr>
                <a:schemeClr val="lt1"/>
              </a:buClr>
              <a:buSzPts val="2000"/>
              <a:buNone/>
              <a:defRPr sz="1600" b="1"/>
            </a:lvl8pPr>
            <a:lvl9pPr marL="4114800" lvl="8" indent="-228600" algn="l">
              <a:lnSpc>
                <a:spcPct val="120000"/>
              </a:lnSpc>
              <a:spcBef>
                <a:spcPts val="500"/>
              </a:spcBef>
              <a:spcAft>
                <a:spcPts val="0"/>
              </a:spcAft>
              <a:buClr>
                <a:schemeClr val="lt1"/>
              </a:buClr>
              <a:buSzPts val="2000"/>
              <a:buNone/>
              <a:defRPr sz="1600" b="1"/>
            </a:lvl9pPr>
          </a:lstStyle>
          <a:p>
            <a:endParaRPr/>
          </a:p>
        </p:txBody>
      </p:sp>
      <p:sp>
        <p:nvSpPr>
          <p:cNvPr id="138" name="Google Shape;138;p17"/>
          <p:cNvSpPr txBox="1">
            <a:spLocks noGrp="1"/>
          </p:cNvSpPr>
          <p:nvPr>
            <p:ph type="body" idx="4"/>
          </p:nvPr>
        </p:nvSpPr>
        <p:spPr>
          <a:xfrm>
            <a:off x="6172200" y="3073397"/>
            <a:ext cx="4875210" cy="2717801"/>
          </a:xfrm>
          <a:prstGeom prst="rect">
            <a:avLst/>
          </a:prstGeom>
          <a:noFill/>
          <a:ln>
            <a:noFill/>
          </a:ln>
        </p:spPr>
        <p:txBody>
          <a:bodyPr spcFirstLastPara="1" wrap="square" lIns="91425" tIns="45700" rIns="91425" bIns="45700" anchor="t" anchorCtr="0">
            <a:normAutofit/>
          </a:bodyPr>
          <a:lstStyle>
            <a:lvl1pPr marL="457200" lvl="0" indent="-371475" algn="l">
              <a:lnSpc>
                <a:spcPct val="120000"/>
              </a:lnSpc>
              <a:spcBef>
                <a:spcPts val="1000"/>
              </a:spcBef>
              <a:spcAft>
                <a:spcPts val="0"/>
              </a:spcAft>
              <a:buClr>
                <a:schemeClr val="lt1"/>
              </a:buClr>
              <a:buSzPts val="2250"/>
              <a:buChar char="•"/>
              <a:defRPr/>
            </a:lvl1pPr>
            <a:lvl2pPr marL="914400" lvl="1" indent="-371475" algn="l">
              <a:lnSpc>
                <a:spcPct val="120000"/>
              </a:lnSpc>
              <a:spcBef>
                <a:spcPts val="500"/>
              </a:spcBef>
              <a:spcAft>
                <a:spcPts val="0"/>
              </a:spcAft>
              <a:buClr>
                <a:schemeClr val="lt1"/>
              </a:buClr>
              <a:buSzPts val="2250"/>
              <a:buChar char="•"/>
              <a:defRPr/>
            </a:lvl2pPr>
            <a:lvl3pPr marL="1371600" lvl="2" indent="-371475" algn="l">
              <a:lnSpc>
                <a:spcPct val="120000"/>
              </a:lnSpc>
              <a:spcBef>
                <a:spcPts val="500"/>
              </a:spcBef>
              <a:spcAft>
                <a:spcPts val="0"/>
              </a:spcAft>
              <a:buClr>
                <a:schemeClr val="lt1"/>
              </a:buClr>
              <a:buSzPts val="2250"/>
              <a:buChar char="•"/>
              <a:defRPr/>
            </a:lvl3pPr>
            <a:lvl4pPr marL="1828800" lvl="3" indent="-371475" algn="l">
              <a:lnSpc>
                <a:spcPct val="120000"/>
              </a:lnSpc>
              <a:spcBef>
                <a:spcPts val="500"/>
              </a:spcBef>
              <a:spcAft>
                <a:spcPts val="0"/>
              </a:spcAft>
              <a:buClr>
                <a:schemeClr val="lt1"/>
              </a:buClr>
              <a:buSzPts val="2250"/>
              <a:buChar char="•"/>
              <a:defRPr/>
            </a:lvl4pPr>
            <a:lvl5pPr marL="2286000" lvl="4" indent="-371475" algn="l">
              <a:lnSpc>
                <a:spcPct val="120000"/>
              </a:lnSpc>
              <a:spcBef>
                <a:spcPts val="500"/>
              </a:spcBef>
              <a:spcAft>
                <a:spcPts val="0"/>
              </a:spcAft>
              <a:buClr>
                <a:schemeClr val="lt1"/>
              </a:buClr>
              <a:buSzPts val="2250"/>
              <a:buChar char="•"/>
              <a:defRPr/>
            </a:lvl5pPr>
            <a:lvl6pPr marL="2743200" lvl="5" indent="-371475" algn="l">
              <a:lnSpc>
                <a:spcPct val="120000"/>
              </a:lnSpc>
              <a:spcBef>
                <a:spcPts val="500"/>
              </a:spcBef>
              <a:spcAft>
                <a:spcPts val="0"/>
              </a:spcAft>
              <a:buClr>
                <a:schemeClr val="lt1"/>
              </a:buClr>
              <a:buSzPts val="2250"/>
              <a:buChar char="•"/>
              <a:defRPr/>
            </a:lvl6pPr>
            <a:lvl7pPr marL="3200400" lvl="6" indent="-371475" algn="l">
              <a:lnSpc>
                <a:spcPct val="120000"/>
              </a:lnSpc>
              <a:spcBef>
                <a:spcPts val="500"/>
              </a:spcBef>
              <a:spcAft>
                <a:spcPts val="0"/>
              </a:spcAft>
              <a:buClr>
                <a:schemeClr val="lt1"/>
              </a:buClr>
              <a:buSzPts val="2250"/>
              <a:buChar char="•"/>
              <a:defRPr/>
            </a:lvl7pPr>
            <a:lvl8pPr marL="3657600" lvl="7" indent="-371475" algn="l">
              <a:lnSpc>
                <a:spcPct val="120000"/>
              </a:lnSpc>
              <a:spcBef>
                <a:spcPts val="500"/>
              </a:spcBef>
              <a:spcAft>
                <a:spcPts val="0"/>
              </a:spcAft>
              <a:buClr>
                <a:schemeClr val="lt1"/>
              </a:buClr>
              <a:buSzPts val="2250"/>
              <a:buChar char="•"/>
              <a:defRPr/>
            </a:lvl8pPr>
            <a:lvl9pPr marL="4114800" lvl="8" indent="-371475" algn="l">
              <a:lnSpc>
                <a:spcPct val="120000"/>
              </a:lnSpc>
              <a:spcBef>
                <a:spcPts val="500"/>
              </a:spcBef>
              <a:spcAft>
                <a:spcPts val="0"/>
              </a:spcAft>
              <a:buClr>
                <a:schemeClr val="lt1"/>
              </a:buClr>
              <a:buSzPts val="2250"/>
              <a:buChar char="•"/>
              <a:defRPr/>
            </a:lvl9pPr>
          </a:lstStyle>
          <a:p>
            <a:endParaRPr/>
          </a:p>
        </p:txBody>
      </p:sp>
      <p:sp>
        <p:nvSpPr>
          <p:cNvPr id="139" name="Google Shape;139;p17"/>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0" name="Google Shape;140;p17"/>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1" name="Google Shape;141;p17"/>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2"/>
        <p:cNvGrpSpPr/>
        <p:nvPr/>
      </p:nvGrpSpPr>
      <p:grpSpPr>
        <a:xfrm>
          <a:off x="0" y="0"/>
          <a:ext cx="0" cy="0"/>
          <a:chOff x="0" y="0"/>
          <a:chExt cx="0" cy="0"/>
        </a:xfrm>
      </p:grpSpPr>
      <p:sp>
        <p:nvSpPr>
          <p:cNvPr id="143" name="Google Shape;143;p18"/>
          <p:cNvSpPr txBox="1">
            <a:spLocks noGrp="1"/>
          </p:cNvSpPr>
          <p:nvPr>
            <p:ph type="title"/>
          </p:nvPr>
        </p:nvSpPr>
        <p:spPr>
          <a:xfrm>
            <a:off x="1141413" y="618518"/>
            <a:ext cx="9905998" cy="147857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4" name="Google Shape;144;p18"/>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18"/>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6" name="Google Shape;146;p18"/>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47"/>
        <p:cNvGrpSpPr/>
        <p:nvPr/>
      </p:nvGrpSpPr>
      <p:grpSpPr>
        <a:xfrm>
          <a:off x="0" y="0"/>
          <a:ext cx="0" cy="0"/>
          <a:chOff x="0" y="0"/>
          <a:chExt cx="0" cy="0"/>
        </a:xfrm>
      </p:grpSpPr>
      <p:sp>
        <p:nvSpPr>
          <p:cNvPr id="148" name="Google Shape;148;p19"/>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9" name="Google Shape;149;p19"/>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0" name="Google Shape;150;p19"/>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51"/>
        <p:cNvGrpSpPr/>
        <p:nvPr/>
      </p:nvGrpSpPr>
      <p:grpSpPr>
        <a:xfrm>
          <a:off x="0" y="0"/>
          <a:ext cx="0" cy="0"/>
          <a:chOff x="0" y="0"/>
          <a:chExt cx="0" cy="0"/>
        </a:xfrm>
      </p:grpSpPr>
      <p:sp>
        <p:nvSpPr>
          <p:cNvPr id="152" name="Google Shape;152;p20"/>
          <p:cNvSpPr txBox="1">
            <a:spLocks noGrp="1"/>
          </p:cNvSpPr>
          <p:nvPr>
            <p:ph type="title"/>
          </p:nvPr>
        </p:nvSpPr>
        <p:spPr>
          <a:xfrm>
            <a:off x="1146705" y="609601"/>
            <a:ext cx="3856037" cy="1639884"/>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3" name="Google Shape;153;p20"/>
          <p:cNvSpPr txBox="1">
            <a:spLocks noGrp="1"/>
          </p:cNvSpPr>
          <p:nvPr>
            <p:ph type="body" idx="1"/>
          </p:nvPr>
        </p:nvSpPr>
        <p:spPr>
          <a:xfrm>
            <a:off x="5156200" y="592666"/>
            <a:ext cx="5891209" cy="5198534"/>
          </a:xfrm>
          <a:prstGeom prst="rect">
            <a:avLst/>
          </a:prstGeom>
          <a:noFill/>
          <a:ln>
            <a:noFill/>
          </a:ln>
        </p:spPr>
        <p:txBody>
          <a:bodyPr spcFirstLastPara="1" wrap="square" lIns="91425" tIns="45700" rIns="91425" bIns="45700" anchor="ctr" anchorCtr="0">
            <a:normAutofit/>
          </a:bodyPr>
          <a:lstStyle>
            <a:lvl1pPr marL="457200" lvl="0" indent="-371475" algn="l">
              <a:lnSpc>
                <a:spcPct val="120000"/>
              </a:lnSpc>
              <a:spcBef>
                <a:spcPts val="1000"/>
              </a:spcBef>
              <a:spcAft>
                <a:spcPts val="0"/>
              </a:spcAft>
              <a:buClr>
                <a:schemeClr val="lt1"/>
              </a:buClr>
              <a:buSzPts val="2250"/>
              <a:buChar char="•"/>
              <a:defRPr/>
            </a:lvl1pPr>
            <a:lvl2pPr marL="914400" lvl="1" indent="-371475" algn="l">
              <a:lnSpc>
                <a:spcPct val="120000"/>
              </a:lnSpc>
              <a:spcBef>
                <a:spcPts val="500"/>
              </a:spcBef>
              <a:spcAft>
                <a:spcPts val="0"/>
              </a:spcAft>
              <a:buClr>
                <a:schemeClr val="lt1"/>
              </a:buClr>
              <a:buSzPts val="2250"/>
              <a:buChar char="•"/>
              <a:defRPr/>
            </a:lvl2pPr>
            <a:lvl3pPr marL="1371600" lvl="2" indent="-371475" algn="l">
              <a:lnSpc>
                <a:spcPct val="120000"/>
              </a:lnSpc>
              <a:spcBef>
                <a:spcPts val="500"/>
              </a:spcBef>
              <a:spcAft>
                <a:spcPts val="0"/>
              </a:spcAft>
              <a:buClr>
                <a:schemeClr val="lt1"/>
              </a:buClr>
              <a:buSzPts val="2250"/>
              <a:buChar char="•"/>
              <a:defRPr/>
            </a:lvl3pPr>
            <a:lvl4pPr marL="1828800" lvl="3" indent="-371475" algn="l">
              <a:lnSpc>
                <a:spcPct val="120000"/>
              </a:lnSpc>
              <a:spcBef>
                <a:spcPts val="500"/>
              </a:spcBef>
              <a:spcAft>
                <a:spcPts val="0"/>
              </a:spcAft>
              <a:buClr>
                <a:schemeClr val="lt1"/>
              </a:buClr>
              <a:buSzPts val="2250"/>
              <a:buChar char="•"/>
              <a:defRPr/>
            </a:lvl4pPr>
            <a:lvl5pPr marL="2286000" lvl="4" indent="-371475" algn="l">
              <a:lnSpc>
                <a:spcPct val="120000"/>
              </a:lnSpc>
              <a:spcBef>
                <a:spcPts val="500"/>
              </a:spcBef>
              <a:spcAft>
                <a:spcPts val="0"/>
              </a:spcAft>
              <a:buClr>
                <a:schemeClr val="lt1"/>
              </a:buClr>
              <a:buSzPts val="2250"/>
              <a:buChar char="•"/>
              <a:defRPr/>
            </a:lvl5pPr>
            <a:lvl6pPr marL="2743200" lvl="5" indent="-371475" algn="l">
              <a:lnSpc>
                <a:spcPct val="120000"/>
              </a:lnSpc>
              <a:spcBef>
                <a:spcPts val="500"/>
              </a:spcBef>
              <a:spcAft>
                <a:spcPts val="0"/>
              </a:spcAft>
              <a:buClr>
                <a:schemeClr val="lt1"/>
              </a:buClr>
              <a:buSzPts val="2250"/>
              <a:buChar char="•"/>
              <a:defRPr/>
            </a:lvl6pPr>
            <a:lvl7pPr marL="3200400" lvl="6" indent="-371475" algn="l">
              <a:lnSpc>
                <a:spcPct val="120000"/>
              </a:lnSpc>
              <a:spcBef>
                <a:spcPts val="500"/>
              </a:spcBef>
              <a:spcAft>
                <a:spcPts val="0"/>
              </a:spcAft>
              <a:buClr>
                <a:schemeClr val="lt1"/>
              </a:buClr>
              <a:buSzPts val="2250"/>
              <a:buChar char="•"/>
              <a:defRPr/>
            </a:lvl7pPr>
            <a:lvl8pPr marL="3657600" lvl="7" indent="-371475" algn="l">
              <a:lnSpc>
                <a:spcPct val="120000"/>
              </a:lnSpc>
              <a:spcBef>
                <a:spcPts val="500"/>
              </a:spcBef>
              <a:spcAft>
                <a:spcPts val="0"/>
              </a:spcAft>
              <a:buClr>
                <a:schemeClr val="lt1"/>
              </a:buClr>
              <a:buSzPts val="2250"/>
              <a:buChar char="•"/>
              <a:defRPr/>
            </a:lvl8pPr>
            <a:lvl9pPr marL="4114800" lvl="8" indent="-371475" algn="l">
              <a:lnSpc>
                <a:spcPct val="120000"/>
              </a:lnSpc>
              <a:spcBef>
                <a:spcPts val="500"/>
              </a:spcBef>
              <a:spcAft>
                <a:spcPts val="0"/>
              </a:spcAft>
              <a:buClr>
                <a:schemeClr val="lt1"/>
              </a:buClr>
              <a:buSzPts val="2250"/>
              <a:buChar char="•"/>
              <a:defRPr/>
            </a:lvl9pPr>
          </a:lstStyle>
          <a:p>
            <a:endParaRPr/>
          </a:p>
        </p:txBody>
      </p:sp>
      <p:sp>
        <p:nvSpPr>
          <p:cNvPr id="154" name="Google Shape;154;p20"/>
          <p:cNvSpPr txBox="1">
            <a:spLocks noGrp="1"/>
          </p:cNvSpPr>
          <p:nvPr>
            <p:ph type="body" idx="2"/>
          </p:nvPr>
        </p:nvSpPr>
        <p:spPr>
          <a:xfrm>
            <a:off x="1146705" y="2249486"/>
            <a:ext cx="3856037" cy="3541714"/>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lt1"/>
              </a:buClr>
              <a:buSzPts val="2000"/>
              <a:buNone/>
              <a:defRPr sz="1600"/>
            </a:lvl1pPr>
            <a:lvl2pPr marL="914400" lvl="1" indent="-228600" algn="l">
              <a:lnSpc>
                <a:spcPct val="120000"/>
              </a:lnSpc>
              <a:spcBef>
                <a:spcPts val="500"/>
              </a:spcBef>
              <a:spcAft>
                <a:spcPts val="0"/>
              </a:spcAft>
              <a:buClr>
                <a:schemeClr val="lt1"/>
              </a:buClr>
              <a:buSzPts val="1750"/>
              <a:buNone/>
              <a:defRPr sz="1400"/>
            </a:lvl2pPr>
            <a:lvl3pPr marL="1371600" lvl="2" indent="-228600" algn="l">
              <a:lnSpc>
                <a:spcPct val="120000"/>
              </a:lnSpc>
              <a:spcBef>
                <a:spcPts val="500"/>
              </a:spcBef>
              <a:spcAft>
                <a:spcPts val="0"/>
              </a:spcAft>
              <a:buClr>
                <a:schemeClr val="lt1"/>
              </a:buClr>
              <a:buSzPts val="1500"/>
              <a:buNone/>
              <a:defRPr sz="1200"/>
            </a:lvl3pPr>
            <a:lvl4pPr marL="1828800" lvl="3" indent="-228600" algn="l">
              <a:lnSpc>
                <a:spcPct val="120000"/>
              </a:lnSpc>
              <a:spcBef>
                <a:spcPts val="500"/>
              </a:spcBef>
              <a:spcAft>
                <a:spcPts val="0"/>
              </a:spcAft>
              <a:buClr>
                <a:schemeClr val="lt1"/>
              </a:buClr>
              <a:buSzPts val="1250"/>
              <a:buNone/>
              <a:defRPr sz="1000"/>
            </a:lvl4pPr>
            <a:lvl5pPr marL="2286000" lvl="4" indent="-228600" algn="l">
              <a:lnSpc>
                <a:spcPct val="120000"/>
              </a:lnSpc>
              <a:spcBef>
                <a:spcPts val="500"/>
              </a:spcBef>
              <a:spcAft>
                <a:spcPts val="0"/>
              </a:spcAft>
              <a:buClr>
                <a:schemeClr val="lt1"/>
              </a:buClr>
              <a:buSzPts val="1250"/>
              <a:buNone/>
              <a:defRPr sz="1000"/>
            </a:lvl5pPr>
            <a:lvl6pPr marL="2743200" lvl="5" indent="-228600" algn="l">
              <a:lnSpc>
                <a:spcPct val="120000"/>
              </a:lnSpc>
              <a:spcBef>
                <a:spcPts val="500"/>
              </a:spcBef>
              <a:spcAft>
                <a:spcPts val="0"/>
              </a:spcAft>
              <a:buClr>
                <a:schemeClr val="lt1"/>
              </a:buClr>
              <a:buSzPts val="1250"/>
              <a:buNone/>
              <a:defRPr sz="1000"/>
            </a:lvl6pPr>
            <a:lvl7pPr marL="3200400" lvl="6" indent="-228600" algn="l">
              <a:lnSpc>
                <a:spcPct val="120000"/>
              </a:lnSpc>
              <a:spcBef>
                <a:spcPts val="500"/>
              </a:spcBef>
              <a:spcAft>
                <a:spcPts val="0"/>
              </a:spcAft>
              <a:buClr>
                <a:schemeClr val="lt1"/>
              </a:buClr>
              <a:buSzPts val="1250"/>
              <a:buNone/>
              <a:defRPr sz="1000"/>
            </a:lvl7pPr>
            <a:lvl8pPr marL="3657600" lvl="7" indent="-228600" algn="l">
              <a:lnSpc>
                <a:spcPct val="120000"/>
              </a:lnSpc>
              <a:spcBef>
                <a:spcPts val="500"/>
              </a:spcBef>
              <a:spcAft>
                <a:spcPts val="0"/>
              </a:spcAft>
              <a:buClr>
                <a:schemeClr val="lt1"/>
              </a:buClr>
              <a:buSzPts val="1250"/>
              <a:buNone/>
              <a:defRPr sz="1000"/>
            </a:lvl8pPr>
            <a:lvl9pPr marL="4114800" lvl="8" indent="-228600" algn="l">
              <a:lnSpc>
                <a:spcPct val="120000"/>
              </a:lnSpc>
              <a:spcBef>
                <a:spcPts val="500"/>
              </a:spcBef>
              <a:spcAft>
                <a:spcPts val="0"/>
              </a:spcAft>
              <a:buClr>
                <a:schemeClr val="lt1"/>
              </a:buClr>
              <a:buSzPts val="1250"/>
              <a:buNone/>
              <a:defRPr sz="1000"/>
            </a:lvl9pPr>
          </a:lstStyle>
          <a:p>
            <a:endParaRPr/>
          </a:p>
        </p:txBody>
      </p:sp>
      <p:sp>
        <p:nvSpPr>
          <p:cNvPr id="155" name="Google Shape;155;p20"/>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6" name="Google Shape;156;p20"/>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7" name="Google Shape;157;p20"/>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58"/>
        <p:cNvGrpSpPr/>
        <p:nvPr/>
      </p:nvGrpSpPr>
      <p:grpSpPr>
        <a:xfrm>
          <a:off x="0" y="0"/>
          <a:ext cx="0" cy="0"/>
          <a:chOff x="0" y="0"/>
          <a:chExt cx="0" cy="0"/>
        </a:xfrm>
      </p:grpSpPr>
      <p:sp>
        <p:nvSpPr>
          <p:cNvPr id="159" name="Google Shape;159;p21"/>
          <p:cNvSpPr txBox="1">
            <a:spLocks noGrp="1"/>
          </p:cNvSpPr>
          <p:nvPr>
            <p:ph type="title"/>
          </p:nvPr>
        </p:nvSpPr>
        <p:spPr>
          <a:xfrm>
            <a:off x="1141413" y="609600"/>
            <a:ext cx="5934508" cy="163988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0" name="Google Shape;160;p21"/>
          <p:cNvSpPr>
            <a:spLocks noGrp="1"/>
          </p:cNvSpPr>
          <p:nvPr>
            <p:ph type="pic" idx="2"/>
          </p:nvPr>
        </p:nvSpPr>
        <p:spPr>
          <a:xfrm>
            <a:off x="7380721" y="609601"/>
            <a:ext cx="3666690" cy="5181599"/>
          </a:xfrm>
          <a:prstGeom prst="round2DiagRect">
            <a:avLst>
              <a:gd name="adj1" fmla="val 5608"/>
              <a:gd name="adj2" fmla="val 0"/>
            </a:avLst>
          </a:prstGeom>
          <a:noFill/>
          <a:ln w="19050" cap="sq" cmpd="sng">
            <a:solidFill>
              <a:srgbClr val="B3FFFF">
                <a:alpha val="60000"/>
              </a:srgbClr>
            </a:solidFill>
            <a:prstDash val="solid"/>
            <a:miter lim="800000"/>
            <a:headEnd type="none" w="sm" len="sm"/>
            <a:tailEnd type="none" w="sm" len="sm"/>
          </a:ln>
          <a:effectLst>
            <a:outerShdw blurRad="88900" dist="38100" dir="5400000" algn="t" rotWithShape="0">
              <a:srgbClr val="000000">
                <a:alpha val="40000"/>
              </a:srgbClr>
            </a:outerShdw>
          </a:effectLst>
        </p:spPr>
      </p:sp>
      <p:sp>
        <p:nvSpPr>
          <p:cNvPr id="161" name="Google Shape;161;p21"/>
          <p:cNvSpPr txBox="1">
            <a:spLocks noGrp="1"/>
          </p:cNvSpPr>
          <p:nvPr>
            <p:ph type="body" idx="1"/>
          </p:nvPr>
        </p:nvSpPr>
        <p:spPr>
          <a:xfrm>
            <a:off x="1141410" y="2249486"/>
            <a:ext cx="5934511" cy="3541714"/>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lt1"/>
              </a:buClr>
              <a:buSzPts val="2000"/>
              <a:buNone/>
              <a:defRPr sz="1600"/>
            </a:lvl1pPr>
            <a:lvl2pPr marL="914400" lvl="1" indent="-228600" algn="l">
              <a:lnSpc>
                <a:spcPct val="120000"/>
              </a:lnSpc>
              <a:spcBef>
                <a:spcPts val="500"/>
              </a:spcBef>
              <a:spcAft>
                <a:spcPts val="0"/>
              </a:spcAft>
              <a:buClr>
                <a:schemeClr val="lt1"/>
              </a:buClr>
              <a:buSzPts val="1750"/>
              <a:buNone/>
              <a:defRPr sz="1400"/>
            </a:lvl2pPr>
            <a:lvl3pPr marL="1371600" lvl="2" indent="-228600" algn="l">
              <a:lnSpc>
                <a:spcPct val="120000"/>
              </a:lnSpc>
              <a:spcBef>
                <a:spcPts val="500"/>
              </a:spcBef>
              <a:spcAft>
                <a:spcPts val="0"/>
              </a:spcAft>
              <a:buClr>
                <a:schemeClr val="lt1"/>
              </a:buClr>
              <a:buSzPts val="1500"/>
              <a:buNone/>
              <a:defRPr sz="1200"/>
            </a:lvl3pPr>
            <a:lvl4pPr marL="1828800" lvl="3" indent="-228600" algn="l">
              <a:lnSpc>
                <a:spcPct val="120000"/>
              </a:lnSpc>
              <a:spcBef>
                <a:spcPts val="500"/>
              </a:spcBef>
              <a:spcAft>
                <a:spcPts val="0"/>
              </a:spcAft>
              <a:buClr>
                <a:schemeClr val="lt1"/>
              </a:buClr>
              <a:buSzPts val="1250"/>
              <a:buNone/>
              <a:defRPr sz="1000"/>
            </a:lvl4pPr>
            <a:lvl5pPr marL="2286000" lvl="4" indent="-228600" algn="l">
              <a:lnSpc>
                <a:spcPct val="120000"/>
              </a:lnSpc>
              <a:spcBef>
                <a:spcPts val="500"/>
              </a:spcBef>
              <a:spcAft>
                <a:spcPts val="0"/>
              </a:spcAft>
              <a:buClr>
                <a:schemeClr val="lt1"/>
              </a:buClr>
              <a:buSzPts val="1250"/>
              <a:buNone/>
              <a:defRPr sz="1000"/>
            </a:lvl5pPr>
            <a:lvl6pPr marL="2743200" lvl="5" indent="-228600" algn="l">
              <a:lnSpc>
                <a:spcPct val="120000"/>
              </a:lnSpc>
              <a:spcBef>
                <a:spcPts val="500"/>
              </a:spcBef>
              <a:spcAft>
                <a:spcPts val="0"/>
              </a:spcAft>
              <a:buClr>
                <a:schemeClr val="lt1"/>
              </a:buClr>
              <a:buSzPts val="1250"/>
              <a:buNone/>
              <a:defRPr sz="1000"/>
            </a:lvl6pPr>
            <a:lvl7pPr marL="3200400" lvl="6" indent="-228600" algn="l">
              <a:lnSpc>
                <a:spcPct val="120000"/>
              </a:lnSpc>
              <a:spcBef>
                <a:spcPts val="500"/>
              </a:spcBef>
              <a:spcAft>
                <a:spcPts val="0"/>
              </a:spcAft>
              <a:buClr>
                <a:schemeClr val="lt1"/>
              </a:buClr>
              <a:buSzPts val="1250"/>
              <a:buNone/>
              <a:defRPr sz="1000"/>
            </a:lvl7pPr>
            <a:lvl8pPr marL="3657600" lvl="7" indent="-228600" algn="l">
              <a:lnSpc>
                <a:spcPct val="120000"/>
              </a:lnSpc>
              <a:spcBef>
                <a:spcPts val="500"/>
              </a:spcBef>
              <a:spcAft>
                <a:spcPts val="0"/>
              </a:spcAft>
              <a:buClr>
                <a:schemeClr val="lt1"/>
              </a:buClr>
              <a:buSzPts val="1250"/>
              <a:buNone/>
              <a:defRPr sz="1000"/>
            </a:lvl8pPr>
            <a:lvl9pPr marL="4114800" lvl="8" indent="-228600" algn="l">
              <a:lnSpc>
                <a:spcPct val="120000"/>
              </a:lnSpc>
              <a:spcBef>
                <a:spcPts val="500"/>
              </a:spcBef>
              <a:spcAft>
                <a:spcPts val="0"/>
              </a:spcAft>
              <a:buClr>
                <a:schemeClr val="lt1"/>
              </a:buClr>
              <a:buSzPts val="1250"/>
              <a:buNone/>
              <a:defRPr sz="1000"/>
            </a:lvl9pPr>
          </a:lstStyle>
          <a:p>
            <a:endParaRPr/>
          </a:p>
        </p:txBody>
      </p:sp>
      <p:sp>
        <p:nvSpPr>
          <p:cNvPr id="162" name="Google Shape;162;p21"/>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3" name="Google Shape;163;p21"/>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4" name="Google Shape;164;p21"/>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165"/>
        <p:cNvGrpSpPr/>
        <p:nvPr/>
      </p:nvGrpSpPr>
      <p:grpSpPr>
        <a:xfrm>
          <a:off x="0" y="0"/>
          <a:ext cx="0" cy="0"/>
          <a:chOff x="0" y="0"/>
          <a:chExt cx="0" cy="0"/>
        </a:xfrm>
      </p:grpSpPr>
      <p:sp>
        <p:nvSpPr>
          <p:cNvPr id="166" name="Google Shape;166;p22"/>
          <p:cNvSpPr txBox="1">
            <a:spLocks noGrp="1"/>
          </p:cNvSpPr>
          <p:nvPr>
            <p:ph type="title"/>
          </p:nvPr>
        </p:nvSpPr>
        <p:spPr>
          <a:xfrm>
            <a:off x="1141410" y="4304664"/>
            <a:ext cx="9912355"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7" name="Google Shape;167;p22"/>
          <p:cNvSpPr>
            <a:spLocks noGrp="1"/>
          </p:cNvSpPr>
          <p:nvPr>
            <p:ph type="pic" idx="2"/>
          </p:nvPr>
        </p:nvSpPr>
        <p:spPr>
          <a:xfrm>
            <a:off x="1141411" y="606426"/>
            <a:ext cx="9912354" cy="3299778"/>
          </a:xfrm>
          <a:prstGeom prst="round2DiagRect">
            <a:avLst>
              <a:gd name="adj1" fmla="val 4860"/>
              <a:gd name="adj2" fmla="val 0"/>
            </a:avLst>
          </a:prstGeom>
          <a:noFill/>
          <a:ln w="19050" cap="sq" cmpd="sng">
            <a:solidFill>
              <a:srgbClr val="B3FFFF">
                <a:alpha val="60000"/>
              </a:srgbClr>
            </a:solidFill>
            <a:prstDash val="solid"/>
            <a:miter lim="800000"/>
            <a:headEnd type="none" w="sm" len="sm"/>
            <a:tailEnd type="none" w="sm" len="sm"/>
          </a:ln>
          <a:effectLst>
            <a:outerShdw blurRad="88900" dist="38100" dir="5400000" algn="t" rotWithShape="0">
              <a:srgbClr val="000000">
                <a:alpha val="40000"/>
              </a:srgbClr>
            </a:outerShdw>
          </a:effectLst>
        </p:spPr>
      </p:sp>
      <p:sp>
        <p:nvSpPr>
          <p:cNvPr id="168" name="Google Shape;168;p22"/>
          <p:cNvSpPr txBox="1">
            <a:spLocks noGrp="1"/>
          </p:cNvSpPr>
          <p:nvPr>
            <p:ph type="body" idx="1"/>
          </p:nvPr>
        </p:nvSpPr>
        <p:spPr>
          <a:xfrm>
            <a:off x="1141364" y="5124020"/>
            <a:ext cx="9910859" cy="682472"/>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lt1"/>
              </a:buClr>
              <a:buSzPts val="2000"/>
              <a:buNone/>
              <a:defRPr sz="1600"/>
            </a:lvl1pPr>
            <a:lvl2pPr marL="914400" lvl="1" indent="-228600" algn="l">
              <a:lnSpc>
                <a:spcPct val="120000"/>
              </a:lnSpc>
              <a:spcBef>
                <a:spcPts val="500"/>
              </a:spcBef>
              <a:spcAft>
                <a:spcPts val="0"/>
              </a:spcAft>
              <a:buClr>
                <a:schemeClr val="lt1"/>
              </a:buClr>
              <a:buSzPts val="1750"/>
              <a:buNone/>
              <a:defRPr sz="1400"/>
            </a:lvl2pPr>
            <a:lvl3pPr marL="1371600" lvl="2" indent="-228600" algn="l">
              <a:lnSpc>
                <a:spcPct val="120000"/>
              </a:lnSpc>
              <a:spcBef>
                <a:spcPts val="500"/>
              </a:spcBef>
              <a:spcAft>
                <a:spcPts val="0"/>
              </a:spcAft>
              <a:buClr>
                <a:schemeClr val="lt1"/>
              </a:buClr>
              <a:buSzPts val="1500"/>
              <a:buNone/>
              <a:defRPr sz="1200"/>
            </a:lvl3pPr>
            <a:lvl4pPr marL="1828800" lvl="3" indent="-228600" algn="l">
              <a:lnSpc>
                <a:spcPct val="120000"/>
              </a:lnSpc>
              <a:spcBef>
                <a:spcPts val="500"/>
              </a:spcBef>
              <a:spcAft>
                <a:spcPts val="0"/>
              </a:spcAft>
              <a:buClr>
                <a:schemeClr val="lt1"/>
              </a:buClr>
              <a:buSzPts val="1250"/>
              <a:buNone/>
              <a:defRPr sz="1000"/>
            </a:lvl4pPr>
            <a:lvl5pPr marL="2286000" lvl="4" indent="-228600" algn="l">
              <a:lnSpc>
                <a:spcPct val="120000"/>
              </a:lnSpc>
              <a:spcBef>
                <a:spcPts val="500"/>
              </a:spcBef>
              <a:spcAft>
                <a:spcPts val="0"/>
              </a:spcAft>
              <a:buClr>
                <a:schemeClr val="lt1"/>
              </a:buClr>
              <a:buSzPts val="1250"/>
              <a:buNone/>
              <a:defRPr sz="1000"/>
            </a:lvl5pPr>
            <a:lvl6pPr marL="2743200" lvl="5" indent="-228600" algn="l">
              <a:lnSpc>
                <a:spcPct val="120000"/>
              </a:lnSpc>
              <a:spcBef>
                <a:spcPts val="500"/>
              </a:spcBef>
              <a:spcAft>
                <a:spcPts val="0"/>
              </a:spcAft>
              <a:buClr>
                <a:schemeClr val="lt1"/>
              </a:buClr>
              <a:buSzPts val="1250"/>
              <a:buNone/>
              <a:defRPr sz="1000"/>
            </a:lvl6pPr>
            <a:lvl7pPr marL="3200400" lvl="6" indent="-228600" algn="l">
              <a:lnSpc>
                <a:spcPct val="120000"/>
              </a:lnSpc>
              <a:spcBef>
                <a:spcPts val="500"/>
              </a:spcBef>
              <a:spcAft>
                <a:spcPts val="0"/>
              </a:spcAft>
              <a:buClr>
                <a:schemeClr val="lt1"/>
              </a:buClr>
              <a:buSzPts val="1250"/>
              <a:buNone/>
              <a:defRPr sz="1000"/>
            </a:lvl7pPr>
            <a:lvl8pPr marL="3657600" lvl="7" indent="-228600" algn="l">
              <a:lnSpc>
                <a:spcPct val="120000"/>
              </a:lnSpc>
              <a:spcBef>
                <a:spcPts val="500"/>
              </a:spcBef>
              <a:spcAft>
                <a:spcPts val="0"/>
              </a:spcAft>
              <a:buClr>
                <a:schemeClr val="lt1"/>
              </a:buClr>
              <a:buSzPts val="1250"/>
              <a:buNone/>
              <a:defRPr sz="1000"/>
            </a:lvl8pPr>
            <a:lvl9pPr marL="4114800" lvl="8" indent="-228600" algn="l">
              <a:lnSpc>
                <a:spcPct val="120000"/>
              </a:lnSpc>
              <a:spcBef>
                <a:spcPts val="500"/>
              </a:spcBef>
              <a:spcAft>
                <a:spcPts val="0"/>
              </a:spcAft>
              <a:buClr>
                <a:schemeClr val="lt1"/>
              </a:buClr>
              <a:buSzPts val="1250"/>
              <a:buNone/>
              <a:defRPr sz="1000"/>
            </a:lvl9pPr>
          </a:lstStyle>
          <a:p>
            <a:endParaRPr/>
          </a:p>
        </p:txBody>
      </p:sp>
      <p:sp>
        <p:nvSpPr>
          <p:cNvPr id="169" name="Google Shape;169;p22"/>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0" name="Google Shape;170;p22"/>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1" name="Google Shape;171;p22"/>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172"/>
        <p:cNvGrpSpPr/>
        <p:nvPr/>
      </p:nvGrpSpPr>
      <p:grpSpPr>
        <a:xfrm>
          <a:off x="0" y="0"/>
          <a:ext cx="0" cy="0"/>
          <a:chOff x="0" y="0"/>
          <a:chExt cx="0" cy="0"/>
        </a:xfrm>
      </p:grpSpPr>
      <p:sp>
        <p:nvSpPr>
          <p:cNvPr id="173" name="Google Shape;173;p23"/>
          <p:cNvSpPr txBox="1">
            <a:spLocks noGrp="1"/>
          </p:cNvSpPr>
          <p:nvPr>
            <p:ph type="title"/>
          </p:nvPr>
        </p:nvSpPr>
        <p:spPr>
          <a:xfrm>
            <a:off x="1141456" y="609600"/>
            <a:ext cx="9905955" cy="3429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600"/>
              <a:buFont typeface="Twentieth Century"/>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4" name="Google Shape;174;p23"/>
          <p:cNvSpPr txBox="1">
            <a:spLocks noGrp="1"/>
          </p:cNvSpPr>
          <p:nvPr>
            <p:ph type="body" idx="1"/>
          </p:nvPr>
        </p:nvSpPr>
        <p:spPr>
          <a:xfrm>
            <a:off x="1141410" y="4419599"/>
            <a:ext cx="9904459" cy="1371599"/>
          </a:xfrm>
          <a:prstGeom prst="rect">
            <a:avLst/>
          </a:prstGeom>
          <a:noFill/>
          <a:ln>
            <a:noFill/>
          </a:ln>
        </p:spPr>
        <p:txBody>
          <a:bodyPr spcFirstLastPara="1" wrap="square" lIns="91425" tIns="45700" rIns="91425" bIns="45700" anchor="ctr" anchorCtr="0">
            <a:normAutofit/>
          </a:bodyPr>
          <a:lstStyle>
            <a:lvl1pPr marL="457200" lvl="0" indent="-228600" algn="l">
              <a:lnSpc>
                <a:spcPct val="120000"/>
              </a:lnSpc>
              <a:spcBef>
                <a:spcPts val="1000"/>
              </a:spcBef>
              <a:spcAft>
                <a:spcPts val="0"/>
              </a:spcAft>
              <a:buClr>
                <a:schemeClr val="lt1"/>
              </a:buClr>
              <a:buSzPts val="2250"/>
              <a:buNone/>
              <a:defRPr sz="1800"/>
            </a:lvl1pPr>
            <a:lvl2pPr marL="914400" lvl="1" indent="-228600" algn="l">
              <a:lnSpc>
                <a:spcPct val="120000"/>
              </a:lnSpc>
              <a:spcBef>
                <a:spcPts val="500"/>
              </a:spcBef>
              <a:spcAft>
                <a:spcPts val="0"/>
              </a:spcAft>
              <a:buClr>
                <a:schemeClr val="lt1"/>
              </a:buClr>
              <a:buSzPts val="1750"/>
              <a:buNone/>
              <a:defRPr sz="1400"/>
            </a:lvl2pPr>
            <a:lvl3pPr marL="1371600" lvl="2" indent="-228600" algn="l">
              <a:lnSpc>
                <a:spcPct val="120000"/>
              </a:lnSpc>
              <a:spcBef>
                <a:spcPts val="500"/>
              </a:spcBef>
              <a:spcAft>
                <a:spcPts val="0"/>
              </a:spcAft>
              <a:buClr>
                <a:schemeClr val="lt1"/>
              </a:buClr>
              <a:buSzPts val="1500"/>
              <a:buNone/>
              <a:defRPr sz="1200"/>
            </a:lvl3pPr>
            <a:lvl4pPr marL="1828800" lvl="3" indent="-228600" algn="l">
              <a:lnSpc>
                <a:spcPct val="120000"/>
              </a:lnSpc>
              <a:spcBef>
                <a:spcPts val="500"/>
              </a:spcBef>
              <a:spcAft>
                <a:spcPts val="0"/>
              </a:spcAft>
              <a:buClr>
                <a:schemeClr val="lt1"/>
              </a:buClr>
              <a:buSzPts val="1250"/>
              <a:buNone/>
              <a:defRPr sz="1000"/>
            </a:lvl4pPr>
            <a:lvl5pPr marL="2286000" lvl="4" indent="-228600" algn="l">
              <a:lnSpc>
                <a:spcPct val="120000"/>
              </a:lnSpc>
              <a:spcBef>
                <a:spcPts val="500"/>
              </a:spcBef>
              <a:spcAft>
                <a:spcPts val="0"/>
              </a:spcAft>
              <a:buClr>
                <a:schemeClr val="lt1"/>
              </a:buClr>
              <a:buSzPts val="1250"/>
              <a:buNone/>
              <a:defRPr sz="1000"/>
            </a:lvl5pPr>
            <a:lvl6pPr marL="2743200" lvl="5" indent="-228600" algn="l">
              <a:lnSpc>
                <a:spcPct val="120000"/>
              </a:lnSpc>
              <a:spcBef>
                <a:spcPts val="500"/>
              </a:spcBef>
              <a:spcAft>
                <a:spcPts val="0"/>
              </a:spcAft>
              <a:buClr>
                <a:schemeClr val="lt1"/>
              </a:buClr>
              <a:buSzPts val="1250"/>
              <a:buNone/>
              <a:defRPr sz="1000"/>
            </a:lvl6pPr>
            <a:lvl7pPr marL="3200400" lvl="6" indent="-228600" algn="l">
              <a:lnSpc>
                <a:spcPct val="120000"/>
              </a:lnSpc>
              <a:spcBef>
                <a:spcPts val="500"/>
              </a:spcBef>
              <a:spcAft>
                <a:spcPts val="0"/>
              </a:spcAft>
              <a:buClr>
                <a:schemeClr val="lt1"/>
              </a:buClr>
              <a:buSzPts val="1250"/>
              <a:buNone/>
              <a:defRPr sz="1000"/>
            </a:lvl7pPr>
            <a:lvl8pPr marL="3657600" lvl="7" indent="-228600" algn="l">
              <a:lnSpc>
                <a:spcPct val="120000"/>
              </a:lnSpc>
              <a:spcBef>
                <a:spcPts val="500"/>
              </a:spcBef>
              <a:spcAft>
                <a:spcPts val="0"/>
              </a:spcAft>
              <a:buClr>
                <a:schemeClr val="lt1"/>
              </a:buClr>
              <a:buSzPts val="1250"/>
              <a:buNone/>
              <a:defRPr sz="1000"/>
            </a:lvl8pPr>
            <a:lvl9pPr marL="4114800" lvl="8" indent="-228600" algn="l">
              <a:lnSpc>
                <a:spcPct val="120000"/>
              </a:lnSpc>
              <a:spcBef>
                <a:spcPts val="500"/>
              </a:spcBef>
              <a:spcAft>
                <a:spcPts val="0"/>
              </a:spcAft>
              <a:buClr>
                <a:schemeClr val="lt1"/>
              </a:buClr>
              <a:buSzPts val="1250"/>
              <a:buNone/>
              <a:defRPr sz="1000"/>
            </a:lvl9pPr>
          </a:lstStyle>
          <a:p>
            <a:endParaRPr/>
          </a:p>
        </p:txBody>
      </p:sp>
      <p:sp>
        <p:nvSpPr>
          <p:cNvPr id="175" name="Google Shape;175;p23"/>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6" name="Google Shape;176;p23"/>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7" name="Google Shape;177;p23"/>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178"/>
        <p:cNvGrpSpPr/>
        <p:nvPr/>
      </p:nvGrpSpPr>
      <p:grpSpPr>
        <a:xfrm>
          <a:off x="0" y="0"/>
          <a:ext cx="0" cy="0"/>
          <a:chOff x="0" y="0"/>
          <a:chExt cx="0" cy="0"/>
        </a:xfrm>
      </p:grpSpPr>
      <p:sp>
        <p:nvSpPr>
          <p:cNvPr id="179" name="Google Shape;179;p24"/>
          <p:cNvSpPr txBox="1">
            <a:spLocks noGrp="1"/>
          </p:cNvSpPr>
          <p:nvPr>
            <p:ph type="title"/>
          </p:nvPr>
        </p:nvSpPr>
        <p:spPr>
          <a:xfrm>
            <a:off x="1446212" y="609599"/>
            <a:ext cx="9302752" cy="274842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600"/>
              <a:buFont typeface="Twentieth Century"/>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0" name="Google Shape;180;p24"/>
          <p:cNvSpPr txBox="1">
            <a:spLocks noGrp="1"/>
          </p:cNvSpPr>
          <p:nvPr>
            <p:ph type="body" idx="1"/>
          </p:nvPr>
        </p:nvSpPr>
        <p:spPr>
          <a:xfrm>
            <a:off x="1720644" y="3365557"/>
            <a:ext cx="8752299" cy="548968"/>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lt1"/>
              </a:buClr>
              <a:buSzPts val="1750"/>
              <a:buNone/>
              <a:defRPr sz="1400"/>
            </a:lvl1pPr>
            <a:lvl2pPr marL="914400" lvl="1" indent="-228600" algn="l">
              <a:lnSpc>
                <a:spcPct val="120000"/>
              </a:lnSpc>
              <a:spcBef>
                <a:spcPts val="500"/>
              </a:spcBef>
              <a:spcAft>
                <a:spcPts val="0"/>
              </a:spcAft>
              <a:buClr>
                <a:schemeClr val="lt1"/>
              </a:buClr>
              <a:buSzPts val="1750"/>
              <a:buNone/>
              <a:defRPr sz="1400"/>
            </a:lvl2pPr>
            <a:lvl3pPr marL="1371600" lvl="2" indent="-228600" algn="l">
              <a:lnSpc>
                <a:spcPct val="120000"/>
              </a:lnSpc>
              <a:spcBef>
                <a:spcPts val="500"/>
              </a:spcBef>
              <a:spcAft>
                <a:spcPts val="0"/>
              </a:spcAft>
              <a:buClr>
                <a:schemeClr val="lt1"/>
              </a:buClr>
              <a:buSzPts val="1500"/>
              <a:buNone/>
              <a:defRPr sz="1200"/>
            </a:lvl3pPr>
            <a:lvl4pPr marL="1828800" lvl="3" indent="-228600" algn="l">
              <a:lnSpc>
                <a:spcPct val="120000"/>
              </a:lnSpc>
              <a:spcBef>
                <a:spcPts val="500"/>
              </a:spcBef>
              <a:spcAft>
                <a:spcPts val="0"/>
              </a:spcAft>
              <a:buClr>
                <a:schemeClr val="lt1"/>
              </a:buClr>
              <a:buSzPts val="1250"/>
              <a:buNone/>
              <a:defRPr sz="1000"/>
            </a:lvl4pPr>
            <a:lvl5pPr marL="2286000" lvl="4" indent="-228600" algn="l">
              <a:lnSpc>
                <a:spcPct val="120000"/>
              </a:lnSpc>
              <a:spcBef>
                <a:spcPts val="500"/>
              </a:spcBef>
              <a:spcAft>
                <a:spcPts val="0"/>
              </a:spcAft>
              <a:buClr>
                <a:schemeClr val="lt1"/>
              </a:buClr>
              <a:buSzPts val="1250"/>
              <a:buNone/>
              <a:defRPr sz="1000"/>
            </a:lvl5pPr>
            <a:lvl6pPr marL="2743200" lvl="5" indent="-228600" algn="l">
              <a:lnSpc>
                <a:spcPct val="120000"/>
              </a:lnSpc>
              <a:spcBef>
                <a:spcPts val="500"/>
              </a:spcBef>
              <a:spcAft>
                <a:spcPts val="0"/>
              </a:spcAft>
              <a:buClr>
                <a:schemeClr val="lt1"/>
              </a:buClr>
              <a:buSzPts val="1250"/>
              <a:buNone/>
              <a:defRPr sz="1000"/>
            </a:lvl6pPr>
            <a:lvl7pPr marL="3200400" lvl="6" indent="-228600" algn="l">
              <a:lnSpc>
                <a:spcPct val="120000"/>
              </a:lnSpc>
              <a:spcBef>
                <a:spcPts val="500"/>
              </a:spcBef>
              <a:spcAft>
                <a:spcPts val="0"/>
              </a:spcAft>
              <a:buClr>
                <a:schemeClr val="lt1"/>
              </a:buClr>
              <a:buSzPts val="1250"/>
              <a:buNone/>
              <a:defRPr sz="1000"/>
            </a:lvl7pPr>
            <a:lvl8pPr marL="3657600" lvl="7" indent="-228600" algn="l">
              <a:lnSpc>
                <a:spcPct val="120000"/>
              </a:lnSpc>
              <a:spcBef>
                <a:spcPts val="500"/>
              </a:spcBef>
              <a:spcAft>
                <a:spcPts val="0"/>
              </a:spcAft>
              <a:buClr>
                <a:schemeClr val="lt1"/>
              </a:buClr>
              <a:buSzPts val="1250"/>
              <a:buNone/>
              <a:defRPr sz="1000"/>
            </a:lvl8pPr>
            <a:lvl9pPr marL="4114800" lvl="8" indent="-228600" algn="l">
              <a:lnSpc>
                <a:spcPct val="120000"/>
              </a:lnSpc>
              <a:spcBef>
                <a:spcPts val="500"/>
              </a:spcBef>
              <a:spcAft>
                <a:spcPts val="0"/>
              </a:spcAft>
              <a:buClr>
                <a:schemeClr val="lt1"/>
              </a:buClr>
              <a:buSzPts val="1250"/>
              <a:buNone/>
              <a:defRPr sz="1000"/>
            </a:lvl9pPr>
          </a:lstStyle>
          <a:p>
            <a:endParaRPr/>
          </a:p>
        </p:txBody>
      </p:sp>
      <p:sp>
        <p:nvSpPr>
          <p:cNvPr id="181" name="Google Shape;181;p24"/>
          <p:cNvSpPr txBox="1">
            <a:spLocks noGrp="1"/>
          </p:cNvSpPr>
          <p:nvPr>
            <p:ph type="body" idx="2"/>
          </p:nvPr>
        </p:nvSpPr>
        <p:spPr>
          <a:xfrm>
            <a:off x="1141411" y="4309919"/>
            <a:ext cx="9906002" cy="1489496"/>
          </a:xfrm>
          <a:prstGeom prst="rect">
            <a:avLst/>
          </a:prstGeom>
          <a:noFill/>
          <a:ln>
            <a:noFill/>
          </a:ln>
        </p:spPr>
        <p:txBody>
          <a:bodyPr spcFirstLastPara="1" wrap="square" lIns="91425" tIns="45700" rIns="91425" bIns="45700" anchor="ctr" anchorCtr="0">
            <a:normAutofit/>
          </a:bodyPr>
          <a:lstStyle>
            <a:lvl1pPr marL="457200" lvl="0" indent="-228600" algn="l">
              <a:lnSpc>
                <a:spcPct val="120000"/>
              </a:lnSpc>
              <a:spcBef>
                <a:spcPts val="1000"/>
              </a:spcBef>
              <a:spcAft>
                <a:spcPts val="0"/>
              </a:spcAft>
              <a:buClr>
                <a:schemeClr val="lt1"/>
              </a:buClr>
              <a:buSzPts val="2250"/>
              <a:buNone/>
              <a:defRPr sz="1800"/>
            </a:lvl1pPr>
            <a:lvl2pPr marL="914400" lvl="1" indent="-228600" algn="l">
              <a:lnSpc>
                <a:spcPct val="120000"/>
              </a:lnSpc>
              <a:spcBef>
                <a:spcPts val="500"/>
              </a:spcBef>
              <a:spcAft>
                <a:spcPts val="0"/>
              </a:spcAft>
              <a:buClr>
                <a:schemeClr val="lt1"/>
              </a:buClr>
              <a:buSzPts val="1750"/>
              <a:buNone/>
              <a:defRPr sz="1400"/>
            </a:lvl2pPr>
            <a:lvl3pPr marL="1371600" lvl="2" indent="-228600" algn="l">
              <a:lnSpc>
                <a:spcPct val="120000"/>
              </a:lnSpc>
              <a:spcBef>
                <a:spcPts val="500"/>
              </a:spcBef>
              <a:spcAft>
                <a:spcPts val="0"/>
              </a:spcAft>
              <a:buClr>
                <a:schemeClr val="lt1"/>
              </a:buClr>
              <a:buSzPts val="1500"/>
              <a:buNone/>
              <a:defRPr sz="1200"/>
            </a:lvl3pPr>
            <a:lvl4pPr marL="1828800" lvl="3" indent="-228600" algn="l">
              <a:lnSpc>
                <a:spcPct val="120000"/>
              </a:lnSpc>
              <a:spcBef>
                <a:spcPts val="500"/>
              </a:spcBef>
              <a:spcAft>
                <a:spcPts val="0"/>
              </a:spcAft>
              <a:buClr>
                <a:schemeClr val="lt1"/>
              </a:buClr>
              <a:buSzPts val="1250"/>
              <a:buNone/>
              <a:defRPr sz="1000"/>
            </a:lvl4pPr>
            <a:lvl5pPr marL="2286000" lvl="4" indent="-228600" algn="l">
              <a:lnSpc>
                <a:spcPct val="120000"/>
              </a:lnSpc>
              <a:spcBef>
                <a:spcPts val="500"/>
              </a:spcBef>
              <a:spcAft>
                <a:spcPts val="0"/>
              </a:spcAft>
              <a:buClr>
                <a:schemeClr val="lt1"/>
              </a:buClr>
              <a:buSzPts val="1250"/>
              <a:buNone/>
              <a:defRPr sz="1000"/>
            </a:lvl5pPr>
            <a:lvl6pPr marL="2743200" lvl="5" indent="-228600" algn="l">
              <a:lnSpc>
                <a:spcPct val="120000"/>
              </a:lnSpc>
              <a:spcBef>
                <a:spcPts val="500"/>
              </a:spcBef>
              <a:spcAft>
                <a:spcPts val="0"/>
              </a:spcAft>
              <a:buClr>
                <a:schemeClr val="lt1"/>
              </a:buClr>
              <a:buSzPts val="1250"/>
              <a:buNone/>
              <a:defRPr sz="1000"/>
            </a:lvl6pPr>
            <a:lvl7pPr marL="3200400" lvl="6" indent="-228600" algn="l">
              <a:lnSpc>
                <a:spcPct val="120000"/>
              </a:lnSpc>
              <a:spcBef>
                <a:spcPts val="500"/>
              </a:spcBef>
              <a:spcAft>
                <a:spcPts val="0"/>
              </a:spcAft>
              <a:buClr>
                <a:schemeClr val="lt1"/>
              </a:buClr>
              <a:buSzPts val="1250"/>
              <a:buNone/>
              <a:defRPr sz="1000"/>
            </a:lvl7pPr>
            <a:lvl8pPr marL="3657600" lvl="7" indent="-228600" algn="l">
              <a:lnSpc>
                <a:spcPct val="120000"/>
              </a:lnSpc>
              <a:spcBef>
                <a:spcPts val="500"/>
              </a:spcBef>
              <a:spcAft>
                <a:spcPts val="0"/>
              </a:spcAft>
              <a:buClr>
                <a:schemeClr val="lt1"/>
              </a:buClr>
              <a:buSzPts val="1250"/>
              <a:buNone/>
              <a:defRPr sz="1000"/>
            </a:lvl8pPr>
            <a:lvl9pPr marL="4114800" lvl="8" indent="-228600" algn="l">
              <a:lnSpc>
                <a:spcPct val="120000"/>
              </a:lnSpc>
              <a:spcBef>
                <a:spcPts val="500"/>
              </a:spcBef>
              <a:spcAft>
                <a:spcPts val="0"/>
              </a:spcAft>
              <a:buClr>
                <a:schemeClr val="lt1"/>
              </a:buClr>
              <a:buSzPts val="1250"/>
              <a:buNone/>
              <a:defRPr sz="1000"/>
            </a:lvl9pPr>
          </a:lstStyle>
          <a:p>
            <a:endParaRPr/>
          </a:p>
        </p:txBody>
      </p:sp>
      <p:sp>
        <p:nvSpPr>
          <p:cNvPr id="182" name="Google Shape;182;p24"/>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3" name="Google Shape;183;p24"/>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4" name="Google Shape;184;p24"/>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85" name="Google Shape;185;p24"/>
          <p:cNvSpPr txBox="1"/>
          <p:nvPr/>
        </p:nvSpPr>
        <p:spPr>
          <a:xfrm>
            <a:off x="903512" y="732394"/>
            <a:ext cx="609600" cy="5847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chemeClr val="lt1"/>
              </a:buClr>
              <a:buSzPts val="8000"/>
              <a:buFont typeface="Twentieth Century"/>
              <a:buNone/>
            </a:pPr>
            <a:r>
              <a:rPr lang="en-US" sz="8000" b="0" cap="none">
                <a:solidFill>
                  <a:schemeClr val="lt1"/>
                </a:solidFill>
                <a:latin typeface="Twentieth Century"/>
                <a:ea typeface="Twentieth Century"/>
                <a:cs typeface="Twentieth Century"/>
                <a:sym typeface="Twentieth Century"/>
              </a:rPr>
              <a:t>“</a:t>
            </a:r>
            <a:endParaRPr/>
          </a:p>
        </p:txBody>
      </p:sp>
      <p:sp>
        <p:nvSpPr>
          <p:cNvPr id="186" name="Google Shape;186;p24"/>
          <p:cNvSpPr txBox="1"/>
          <p:nvPr/>
        </p:nvSpPr>
        <p:spPr>
          <a:xfrm>
            <a:off x="10537370" y="2764972"/>
            <a:ext cx="609600" cy="5847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chemeClr val="lt1"/>
              </a:buClr>
              <a:buSzPts val="8000"/>
              <a:buFont typeface="Twentieth Century"/>
              <a:buNone/>
            </a:pPr>
            <a:r>
              <a:rPr lang="en-US" sz="8000" b="0" cap="none">
                <a:solidFill>
                  <a:schemeClr val="lt1"/>
                </a:solidFill>
                <a:latin typeface="Twentieth Century"/>
                <a:ea typeface="Twentieth Century"/>
                <a:cs typeface="Twentieth Century"/>
                <a:sym typeface="Twentieth Century"/>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87"/>
        <p:cNvGrpSpPr/>
        <p:nvPr/>
      </p:nvGrpSpPr>
      <p:grpSpPr>
        <a:xfrm>
          <a:off x="0" y="0"/>
          <a:ext cx="0" cy="0"/>
          <a:chOff x="0" y="0"/>
          <a:chExt cx="0" cy="0"/>
        </a:xfrm>
      </p:grpSpPr>
      <p:sp>
        <p:nvSpPr>
          <p:cNvPr id="188" name="Google Shape;188;p25"/>
          <p:cNvSpPr txBox="1">
            <a:spLocks noGrp="1"/>
          </p:cNvSpPr>
          <p:nvPr>
            <p:ph type="title"/>
          </p:nvPr>
        </p:nvSpPr>
        <p:spPr>
          <a:xfrm>
            <a:off x="1141410" y="2134041"/>
            <a:ext cx="9906001"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600"/>
              <a:buFont typeface="Twentieth Century"/>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9" name="Google Shape;189;p25"/>
          <p:cNvSpPr txBox="1">
            <a:spLocks noGrp="1"/>
          </p:cNvSpPr>
          <p:nvPr>
            <p:ph type="body" idx="1"/>
          </p:nvPr>
        </p:nvSpPr>
        <p:spPr>
          <a:xfrm>
            <a:off x="1141364" y="4657655"/>
            <a:ext cx="9904505" cy="1140644"/>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lt1"/>
              </a:buClr>
              <a:buSzPts val="2250"/>
              <a:buNone/>
              <a:defRPr sz="1800"/>
            </a:lvl1pPr>
            <a:lvl2pPr marL="914400" lvl="1" indent="-228600" algn="l">
              <a:lnSpc>
                <a:spcPct val="120000"/>
              </a:lnSpc>
              <a:spcBef>
                <a:spcPts val="500"/>
              </a:spcBef>
              <a:spcAft>
                <a:spcPts val="0"/>
              </a:spcAft>
              <a:buClr>
                <a:schemeClr val="lt1"/>
              </a:buClr>
              <a:buSzPts val="1750"/>
              <a:buNone/>
              <a:defRPr sz="1400"/>
            </a:lvl2pPr>
            <a:lvl3pPr marL="1371600" lvl="2" indent="-228600" algn="l">
              <a:lnSpc>
                <a:spcPct val="120000"/>
              </a:lnSpc>
              <a:spcBef>
                <a:spcPts val="500"/>
              </a:spcBef>
              <a:spcAft>
                <a:spcPts val="0"/>
              </a:spcAft>
              <a:buClr>
                <a:schemeClr val="lt1"/>
              </a:buClr>
              <a:buSzPts val="1500"/>
              <a:buNone/>
              <a:defRPr sz="1200"/>
            </a:lvl3pPr>
            <a:lvl4pPr marL="1828800" lvl="3" indent="-228600" algn="l">
              <a:lnSpc>
                <a:spcPct val="120000"/>
              </a:lnSpc>
              <a:spcBef>
                <a:spcPts val="500"/>
              </a:spcBef>
              <a:spcAft>
                <a:spcPts val="0"/>
              </a:spcAft>
              <a:buClr>
                <a:schemeClr val="lt1"/>
              </a:buClr>
              <a:buSzPts val="1250"/>
              <a:buNone/>
              <a:defRPr sz="1000"/>
            </a:lvl4pPr>
            <a:lvl5pPr marL="2286000" lvl="4" indent="-228600" algn="l">
              <a:lnSpc>
                <a:spcPct val="120000"/>
              </a:lnSpc>
              <a:spcBef>
                <a:spcPts val="500"/>
              </a:spcBef>
              <a:spcAft>
                <a:spcPts val="0"/>
              </a:spcAft>
              <a:buClr>
                <a:schemeClr val="lt1"/>
              </a:buClr>
              <a:buSzPts val="1250"/>
              <a:buNone/>
              <a:defRPr sz="1000"/>
            </a:lvl5pPr>
            <a:lvl6pPr marL="2743200" lvl="5" indent="-228600" algn="l">
              <a:lnSpc>
                <a:spcPct val="120000"/>
              </a:lnSpc>
              <a:spcBef>
                <a:spcPts val="500"/>
              </a:spcBef>
              <a:spcAft>
                <a:spcPts val="0"/>
              </a:spcAft>
              <a:buClr>
                <a:schemeClr val="lt1"/>
              </a:buClr>
              <a:buSzPts val="1250"/>
              <a:buNone/>
              <a:defRPr sz="1000"/>
            </a:lvl6pPr>
            <a:lvl7pPr marL="3200400" lvl="6" indent="-228600" algn="l">
              <a:lnSpc>
                <a:spcPct val="120000"/>
              </a:lnSpc>
              <a:spcBef>
                <a:spcPts val="500"/>
              </a:spcBef>
              <a:spcAft>
                <a:spcPts val="0"/>
              </a:spcAft>
              <a:buClr>
                <a:schemeClr val="lt1"/>
              </a:buClr>
              <a:buSzPts val="1250"/>
              <a:buNone/>
              <a:defRPr sz="1000"/>
            </a:lvl7pPr>
            <a:lvl8pPr marL="3657600" lvl="7" indent="-228600" algn="l">
              <a:lnSpc>
                <a:spcPct val="120000"/>
              </a:lnSpc>
              <a:spcBef>
                <a:spcPts val="500"/>
              </a:spcBef>
              <a:spcAft>
                <a:spcPts val="0"/>
              </a:spcAft>
              <a:buClr>
                <a:schemeClr val="lt1"/>
              </a:buClr>
              <a:buSzPts val="1250"/>
              <a:buNone/>
              <a:defRPr sz="1000"/>
            </a:lvl8pPr>
            <a:lvl9pPr marL="4114800" lvl="8" indent="-228600" algn="l">
              <a:lnSpc>
                <a:spcPct val="120000"/>
              </a:lnSpc>
              <a:spcBef>
                <a:spcPts val="500"/>
              </a:spcBef>
              <a:spcAft>
                <a:spcPts val="0"/>
              </a:spcAft>
              <a:buClr>
                <a:schemeClr val="lt1"/>
              </a:buClr>
              <a:buSzPts val="1250"/>
              <a:buNone/>
              <a:defRPr sz="1000"/>
            </a:lvl9pPr>
          </a:lstStyle>
          <a:p>
            <a:endParaRPr/>
          </a:p>
        </p:txBody>
      </p:sp>
      <p:sp>
        <p:nvSpPr>
          <p:cNvPr id="190" name="Google Shape;190;p25"/>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1" name="Google Shape;191;p25"/>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2" name="Google Shape;192;p25"/>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93"/>
        <p:cNvGrpSpPr/>
        <p:nvPr/>
      </p:nvGrpSpPr>
      <p:grpSpPr>
        <a:xfrm>
          <a:off x="0" y="0"/>
          <a:ext cx="0" cy="0"/>
          <a:chOff x="0" y="0"/>
          <a:chExt cx="0" cy="0"/>
        </a:xfrm>
      </p:grpSpPr>
      <p:sp>
        <p:nvSpPr>
          <p:cNvPr id="194" name="Google Shape;194;p26"/>
          <p:cNvSpPr txBox="1">
            <a:spLocks noGrp="1"/>
          </p:cNvSpPr>
          <p:nvPr>
            <p:ph type="title"/>
          </p:nvPr>
        </p:nvSpPr>
        <p:spPr>
          <a:xfrm>
            <a:off x="1141413" y="609600"/>
            <a:ext cx="9905998" cy="1905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5" name="Google Shape;195;p26"/>
          <p:cNvSpPr txBox="1">
            <a:spLocks noGrp="1"/>
          </p:cNvSpPr>
          <p:nvPr>
            <p:ph type="body" idx="1"/>
          </p:nvPr>
        </p:nvSpPr>
        <p:spPr>
          <a:xfrm>
            <a:off x="1141410" y="2674463"/>
            <a:ext cx="3196899" cy="68580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3000"/>
              <a:buNone/>
              <a:defRPr sz="2400" b="0" cap="none">
                <a:solidFill>
                  <a:schemeClr val="lt1"/>
                </a:solidFill>
              </a:defRPr>
            </a:lvl1pPr>
            <a:lvl2pPr marL="914400" lvl="1" indent="-228600" algn="l">
              <a:lnSpc>
                <a:spcPct val="120000"/>
              </a:lnSpc>
              <a:spcBef>
                <a:spcPts val="500"/>
              </a:spcBef>
              <a:spcAft>
                <a:spcPts val="0"/>
              </a:spcAft>
              <a:buClr>
                <a:schemeClr val="lt1"/>
              </a:buClr>
              <a:buSzPts val="2500"/>
              <a:buNone/>
              <a:defRPr sz="2000" b="1"/>
            </a:lvl2pPr>
            <a:lvl3pPr marL="1371600" lvl="2" indent="-228600" algn="l">
              <a:lnSpc>
                <a:spcPct val="120000"/>
              </a:lnSpc>
              <a:spcBef>
                <a:spcPts val="500"/>
              </a:spcBef>
              <a:spcAft>
                <a:spcPts val="0"/>
              </a:spcAft>
              <a:buClr>
                <a:schemeClr val="lt1"/>
              </a:buClr>
              <a:buSzPts val="2250"/>
              <a:buNone/>
              <a:defRPr sz="1800" b="1"/>
            </a:lvl3pPr>
            <a:lvl4pPr marL="1828800" lvl="3" indent="-228600" algn="l">
              <a:lnSpc>
                <a:spcPct val="120000"/>
              </a:lnSpc>
              <a:spcBef>
                <a:spcPts val="500"/>
              </a:spcBef>
              <a:spcAft>
                <a:spcPts val="0"/>
              </a:spcAft>
              <a:buClr>
                <a:schemeClr val="lt1"/>
              </a:buClr>
              <a:buSzPts val="2000"/>
              <a:buNone/>
              <a:defRPr sz="1600" b="1"/>
            </a:lvl4pPr>
            <a:lvl5pPr marL="2286000" lvl="4" indent="-228600" algn="l">
              <a:lnSpc>
                <a:spcPct val="120000"/>
              </a:lnSpc>
              <a:spcBef>
                <a:spcPts val="500"/>
              </a:spcBef>
              <a:spcAft>
                <a:spcPts val="0"/>
              </a:spcAft>
              <a:buClr>
                <a:schemeClr val="lt1"/>
              </a:buClr>
              <a:buSzPts val="2000"/>
              <a:buNone/>
              <a:defRPr sz="1600" b="1"/>
            </a:lvl5pPr>
            <a:lvl6pPr marL="2743200" lvl="5" indent="-228600" algn="l">
              <a:lnSpc>
                <a:spcPct val="120000"/>
              </a:lnSpc>
              <a:spcBef>
                <a:spcPts val="500"/>
              </a:spcBef>
              <a:spcAft>
                <a:spcPts val="0"/>
              </a:spcAft>
              <a:buClr>
                <a:schemeClr val="lt1"/>
              </a:buClr>
              <a:buSzPts val="2000"/>
              <a:buNone/>
              <a:defRPr sz="1600" b="1"/>
            </a:lvl6pPr>
            <a:lvl7pPr marL="3200400" lvl="6" indent="-228600" algn="l">
              <a:lnSpc>
                <a:spcPct val="120000"/>
              </a:lnSpc>
              <a:spcBef>
                <a:spcPts val="500"/>
              </a:spcBef>
              <a:spcAft>
                <a:spcPts val="0"/>
              </a:spcAft>
              <a:buClr>
                <a:schemeClr val="lt1"/>
              </a:buClr>
              <a:buSzPts val="2000"/>
              <a:buNone/>
              <a:defRPr sz="1600" b="1"/>
            </a:lvl7pPr>
            <a:lvl8pPr marL="3657600" lvl="7" indent="-228600" algn="l">
              <a:lnSpc>
                <a:spcPct val="120000"/>
              </a:lnSpc>
              <a:spcBef>
                <a:spcPts val="500"/>
              </a:spcBef>
              <a:spcAft>
                <a:spcPts val="0"/>
              </a:spcAft>
              <a:buClr>
                <a:schemeClr val="lt1"/>
              </a:buClr>
              <a:buSzPts val="2000"/>
              <a:buNone/>
              <a:defRPr sz="1600" b="1"/>
            </a:lvl8pPr>
            <a:lvl9pPr marL="4114800" lvl="8" indent="-228600" algn="l">
              <a:lnSpc>
                <a:spcPct val="120000"/>
              </a:lnSpc>
              <a:spcBef>
                <a:spcPts val="500"/>
              </a:spcBef>
              <a:spcAft>
                <a:spcPts val="0"/>
              </a:spcAft>
              <a:buClr>
                <a:schemeClr val="lt1"/>
              </a:buClr>
              <a:buSzPts val="2000"/>
              <a:buNone/>
              <a:defRPr sz="1600" b="1"/>
            </a:lvl9pPr>
          </a:lstStyle>
          <a:p>
            <a:endParaRPr/>
          </a:p>
        </p:txBody>
      </p:sp>
      <p:sp>
        <p:nvSpPr>
          <p:cNvPr id="196" name="Google Shape;196;p26"/>
          <p:cNvSpPr txBox="1">
            <a:spLocks noGrp="1"/>
          </p:cNvSpPr>
          <p:nvPr>
            <p:ph type="body" idx="2"/>
          </p:nvPr>
        </p:nvSpPr>
        <p:spPr>
          <a:xfrm>
            <a:off x="1127918" y="3360263"/>
            <a:ext cx="3208735" cy="2430936"/>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lt1"/>
              </a:buClr>
              <a:buSzPts val="1750"/>
              <a:buNone/>
              <a:defRPr sz="1400"/>
            </a:lvl1pPr>
            <a:lvl2pPr marL="914400" lvl="1" indent="-228600" algn="l">
              <a:lnSpc>
                <a:spcPct val="120000"/>
              </a:lnSpc>
              <a:spcBef>
                <a:spcPts val="500"/>
              </a:spcBef>
              <a:spcAft>
                <a:spcPts val="0"/>
              </a:spcAft>
              <a:buClr>
                <a:schemeClr val="lt1"/>
              </a:buClr>
              <a:buSzPts val="1500"/>
              <a:buNone/>
              <a:defRPr sz="1200"/>
            </a:lvl2pPr>
            <a:lvl3pPr marL="1371600" lvl="2" indent="-228600" algn="l">
              <a:lnSpc>
                <a:spcPct val="120000"/>
              </a:lnSpc>
              <a:spcBef>
                <a:spcPts val="500"/>
              </a:spcBef>
              <a:spcAft>
                <a:spcPts val="0"/>
              </a:spcAft>
              <a:buClr>
                <a:schemeClr val="lt1"/>
              </a:buClr>
              <a:buSzPts val="1250"/>
              <a:buNone/>
              <a:defRPr sz="1000"/>
            </a:lvl3pPr>
            <a:lvl4pPr marL="1828800" lvl="3" indent="-228600" algn="l">
              <a:lnSpc>
                <a:spcPct val="120000"/>
              </a:lnSpc>
              <a:spcBef>
                <a:spcPts val="500"/>
              </a:spcBef>
              <a:spcAft>
                <a:spcPts val="0"/>
              </a:spcAft>
              <a:buClr>
                <a:schemeClr val="lt1"/>
              </a:buClr>
              <a:buSzPts val="1125"/>
              <a:buNone/>
              <a:defRPr sz="900"/>
            </a:lvl4pPr>
            <a:lvl5pPr marL="2286000" lvl="4" indent="-228600" algn="l">
              <a:lnSpc>
                <a:spcPct val="120000"/>
              </a:lnSpc>
              <a:spcBef>
                <a:spcPts val="500"/>
              </a:spcBef>
              <a:spcAft>
                <a:spcPts val="0"/>
              </a:spcAft>
              <a:buClr>
                <a:schemeClr val="lt1"/>
              </a:buClr>
              <a:buSzPts val="1125"/>
              <a:buNone/>
              <a:defRPr sz="900"/>
            </a:lvl5pPr>
            <a:lvl6pPr marL="2743200" lvl="5" indent="-228600" algn="l">
              <a:lnSpc>
                <a:spcPct val="120000"/>
              </a:lnSpc>
              <a:spcBef>
                <a:spcPts val="500"/>
              </a:spcBef>
              <a:spcAft>
                <a:spcPts val="0"/>
              </a:spcAft>
              <a:buClr>
                <a:schemeClr val="lt1"/>
              </a:buClr>
              <a:buSzPts val="1125"/>
              <a:buNone/>
              <a:defRPr sz="900"/>
            </a:lvl6pPr>
            <a:lvl7pPr marL="3200400" lvl="6" indent="-228600" algn="l">
              <a:lnSpc>
                <a:spcPct val="120000"/>
              </a:lnSpc>
              <a:spcBef>
                <a:spcPts val="500"/>
              </a:spcBef>
              <a:spcAft>
                <a:spcPts val="0"/>
              </a:spcAft>
              <a:buClr>
                <a:schemeClr val="lt1"/>
              </a:buClr>
              <a:buSzPts val="1125"/>
              <a:buNone/>
              <a:defRPr sz="900"/>
            </a:lvl7pPr>
            <a:lvl8pPr marL="3657600" lvl="7" indent="-228600" algn="l">
              <a:lnSpc>
                <a:spcPct val="120000"/>
              </a:lnSpc>
              <a:spcBef>
                <a:spcPts val="500"/>
              </a:spcBef>
              <a:spcAft>
                <a:spcPts val="0"/>
              </a:spcAft>
              <a:buClr>
                <a:schemeClr val="lt1"/>
              </a:buClr>
              <a:buSzPts val="1125"/>
              <a:buNone/>
              <a:defRPr sz="900"/>
            </a:lvl8pPr>
            <a:lvl9pPr marL="4114800" lvl="8" indent="-228600" algn="l">
              <a:lnSpc>
                <a:spcPct val="120000"/>
              </a:lnSpc>
              <a:spcBef>
                <a:spcPts val="500"/>
              </a:spcBef>
              <a:spcAft>
                <a:spcPts val="0"/>
              </a:spcAft>
              <a:buClr>
                <a:schemeClr val="lt1"/>
              </a:buClr>
              <a:buSzPts val="1125"/>
              <a:buNone/>
              <a:defRPr sz="900"/>
            </a:lvl9pPr>
          </a:lstStyle>
          <a:p>
            <a:endParaRPr/>
          </a:p>
        </p:txBody>
      </p:sp>
      <p:sp>
        <p:nvSpPr>
          <p:cNvPr id="197" name="Google Shape;197;p26"/>
          <p:cNvSpPr txBox="1">
            <a:spLocks noGrp="1"/>
          </p:cNvSpPr>
          <p:nvPr>
            <p:ph type="body" idx="3"/>
          </p:nvPr>
        </p:nvSpPr>
        <p:spPr>
          <a:xfrm>
            <a:off x="4514766" y="2677635"/>
            <a:ext cx="3184385" cy="68580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3000"/>
              <a:buNone/>
              <a:defRPr sz="2400" b="0" cap="none">
                <a:solidFill>
                  <a:schemeClr val="lt1"/>
                </a:solidFill>
              </a:defRPr>
            </a:lvl1pPr>
            <a:lvl2pPr marL="914400" lvl="1" indent="-228600" algn="l">
              <a:lnSpc>
                <a:spcPct val="120000"/>
              </a:lnSpc>
              <a:spcBef>
                <a:spcPts val="500"/>
              </a:spcBef>
              <a:spcAft>
                <a:spcPts val="0"/>
              </a:spcAft>
              <a:buClr>
                <a:schemeClr val="lt1"/>
              </a:buClr>
              <a:buSzPts val="2500"/>
              <a:buNone/>
              <a:defRPr sz="2000" b="1"/>
            </a:lvl2pPr>
            <a:lvl3pPr marL="1371600" lvl="2" indent="-228600" algn="l">
              <a:lnSpc>
                <a:spcPct val="120000"/>
              </a:lnSpc>
              <a:spcBef>
                <a:spcPts val="500"/>
              </a:spcBef>
              <a:spcAft>
                <a:spcPts val="0"/>
              </a:spcAft>
              <a:buClr>
                <a:schemeClr val="lt1"/>
              </a:buClr>
              <a:buSzPts val="2250"/>
              <a:buNone/>
              <a:defRPr sz="1800" b="1"/>
            </a:lvl3pPr>
            <a:lvl4pPr marL="1828800" lvl="3" indent="-228600" algn="l">
              <a:lnSpc>
                <a:spcPct val="120000"/>
              </a:lnSpc>
              <a:spcBef>
                <a:spcPts val="500"/>
              </a:spcBef>
              <a:spcAft>
                <a:spcPts val="0"/>
              </a:spcAft>
              <a:buClr>
                <a:schemeClr val="lt1"/>
              </a:buClr>
              <a:buSzPts val="2000"/>
              <a:buNone/>
              <a:defRPr sz="1600" b="1"/>
            </a:lvl4pPr>
            <a:lvl5pPr marL="2286000" lvl="4" indent="-228600" algn="l">
              <a:lnSpc>
                <a:spcPct val="120000"/>
              </a:lnSpc>
              <a:spcBef>
                <a:spcPts val="500"/>
              </a:spcBef>
              <a:spcAft>
                <a:spcPts val="0"/>
              </a:spcAft>
              <a:buClr>
                <a:schemeClr val="lt1"/>
              </a:buClr>
              <a:buSzPts val="2000"/>
              <a:buNone/>
              <a:defRPr sz="1600" b="1"/>
            </a:lvl5pPr>
            <a:lvl6pPr marL="2743200" lvl="5" indent="-228600" algn="l">
              <a:lnSpc>
                <a:spcPct val="120000"/>
              </a:lnSpc>
              <a:spcBef>
                <a:spcPts val="500"/>
              </a:spcBef>
              <a:spcAft>
                <a:spcPts val="0"/>
              </a:spcAft>
              <a:buClr>
                <a:schemeClr val="lt1"/>
              </a:buClr>
              <a:buSzPts val="2000"/>
              <a:buNone/>
              <a:defRPr sz="1600" b="1"/>
            </a:lvl6pPr>
            <a:lvl7pPr marL="3200400" lvl="6" indent="-228600" algn="l">
              <a:lnSpc>
                <a:spcPct val="120000"/>
              </a:lnSpc>
              <a:spcBef>
                <a:spcPts val="500"/>
              </a:spcBef>
              <a:spcAft>
                <a:spcPts val="0"/>
              </a:spcAft>
              <a:buClr>
                <a:schemeClr val="lt1"/>
              </a:buClr>
              <a:buSzPts val="2000"/>
              <a:buNone/>
              <a:defRPr sz="1600" b="1"/>
            </a:lvl7pPr>
            <a:lvl8pPr marL="3657600" lvl="7" indent="-228600" algn="l">
              <a:lnSpc>
                <a:spcPct val="120000"/>
              </a:lnSpc>
              <a:spcBef>
                <a:spcPts val="500"/>
              </a:spcBef>
              <a:spcAft>
                <a:spcPts val="0"/>
              </a:spcAft>
              <a:buClr>
                <a:schemeClr val="lt1"/>
              </a:buClr>
              <a:buSzPts val="2000"/>
              <a:buNone/>
              <a:defRPr sz="1600" b="1"/>
            </a:lvl8pPr>
            <a:lvl9pPr marL="4114800" lvl="8" indent="-228600" algn="l">
              <a:lnSpc>
                <a:spcPct val="120000"/>
              </a:lnSpc>
              <a:spcBef>
                <a:spcPts val="500"/>
              </a:spcBef>
              <a:spcAft>
                <a:spcPts val="0"/>
              </a:spcAft>
              <a:buClr>
                <a:schemeClr val="lt1"/>
              </a:buClr>
              <a:buSzPts val="2000"/>
              <a:buNone/>
              <a:defRPr sz="1600" b="1"/>
            </a:lvl9pPr>
          </a:lstStyle>
          <a:p>
            <a:endParaRPr/>
          </a:p>
        </p:txBody>
      </p:sp>
      <p:sp>
        <p:nvSpPr>
          <p:cNvPr id="198" name="Google Shape;198;p26"/>
          <p:cNvSpPr txBox="1">
            <a:spLocks noGrp="1"/>
          </p:cNvSpPr>
          <p:nvPr>
            <p:ph type="body" idx="4"/>
          </p:nvPr>
        </p:nvSpPr>
        <p:spPr>
          <a:xfrm>
            <a:off x="4504213" y="3363435"/>
            <a:ext cx="3195830" cy="2430936"/>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lt1"/>
              </a:buClr>
              <a:buSzPts val="1750"/>
              <a:buNone/>
              <a:defRPr sz="1400"/>
            </a:lvl1pPr>
            <a:lvl2pPr marL="914400" lvl="1" indent="-228600" algn="l">
              <a:lnSpc>
                <a:spcPct val="120000"/>
              </a:lnSpc>
              <a:spcBef>
                <a:spcPts val="500"/>
              </a:spcBef>
              <a:spcAft>
                <a:spcPts val="0"/>
              </a:spcAft>
              <a:buClr>
                <a:schemeClr val="lt1"/>
              </a:buClr>
              <a:buSzPts val="1500"/>
              <a:buNone/>
              <a:defRPr sz="1200"/>
            </a:lvl2pPr>
            <a:lvl3pPr marL="1371600" lvl="2" indent="-228600" algn="l">
              <a:lnSpc>
                <a:spcPct val="120000"/>
              </a:lnSpc>
              <a:spcBef>
                <a:spcPts val="500"/>
              </a:spcBef>
              <a:spcAft>
                <a:spcPts val="0"/>
              </a:spcAft>
              <a:buClr>
                <a:schemeClr val="lt1"/>
              </a:buClr>
              <a:buSzPts val="1250"/>
              <a:buNone/>
              <a:defRPr sz="1000"/>
            </a:lvl3pPr>
            <a:lvl4pPr marL="1828800" lvl="3" indent="-228600" algn="l">
              <a:lnSpc>
                <a:spcPct val="120000"/>
              </a:lnSpc>
              <a:spcBef>
                <a:spcPts val="500"/>
              </a:spcBef>
              <a:spcAft>
                <a:spcPts val="0"/>
              </a:spcAft>
              <a:buClr>
                <a:schemeClr val="lt1"/>
              </a:buClr>
              <a:buSzPts val="1125"/>
              <a:buNone/>
              <a:defRPr sz="900"/>
            </a:lvl4pPr>
            <a:lvl5pPr marL="2286000" lvl="4" indent="-228600" algn="l">
              <a:lnSpc>
                <a:spcPct val="120000"/>
              </a:lnSpc>
              <a:spcBef>
                <a:spcPts val="500"/>
              </a:spcBef>
              <a:spcAft>
                <a:spcPts val="0"/>
              </a:spcAft>
              <a:buClr>
                <a:schemeClr val="lt1"/>
              </a:buClr>
              <a:buSzPts val="1125"/>
              <a:buNone/>
              <a:defRPr sz="900"/>
            </a:lvl5pPr>
            <a:lvl6pPr marL="2743200" lvl="5" indent="-228600" algn="l">
              <a:lnSpc>
                <a:spcPct val="120000"/>
              </a:lnSpc>
              <a:spcBef>
                <a:spcPts val="500"/>
              </a:spcBef>
              <a:spcAft>
                <a:spcPts val="0"/>
              </a:spcAft>
              <a:buClr>
                <a:schemeClr val="lt1"/>
              </a:buClr>
              <a:buSzPts val="1125"/>
              <a:buNone/>
              <a:defRPr sz="900"/>
            </a:lvl6pPr>
            <a:lvl7pPr marL="3200400" lvl="6" indent="-228600" algn="l">
              <a:lnSpc>
                <a:spcPct val="120000"/>
              </a:lnSpc>
              <a:spcBef>
                <a:spcPts val="500"/>
              </a:spcBef>
              <a:spcAft>
                <a:spcPts val="0"/>
              </a:spcAft>
              <a:buClr>
                <a:schemeClr val="lt1"/>
              </a:buClr>
              <a:buSzPts val="1125"/>
              <a:buNone/>
              <a:defRPr sz="900"/>
            </a:lvl7pPr>
            <a:lvl8pPr marL="3657600" lvl="7" indent="-228600" algn="l">
              <a:lnSpc>
                <a:spcPct val="120000"/>
              </a:lnSpc>
              <a:spcBef>
                <a:spcPts val="500"/>
              </a:spcBef>
              <a:spcAft>
                <a:spcPts val="0"/>
              </a:spcAft>
              <a:buClr>
                <a:schemeClr val="lt1"/>
              </a:buClr>
              <a:buSzPts val="1125"/>
              <a:buNone/>
              <a:defRPr sz="900"/>
            </a:lvl8pPr>
            <a:lvl9pPr marL="4114800" lvl="8" indent="-228600" algn="l">
              <a:lnSpc>
                <a:spcPct val="120000"/>
              </a:lnSpc>
              <a:spcBef>
                <a:spcPts val="500"/>
              </a:spcBef>
              <a:spcAft>
                <a:spcPts val="0"/>
              </a:spcAft>
              <a:buClr>
                <a:schemeClr val="lt1"/>
              </a:buClr>
              <a:buSzPts val="1125"/>
              <a:buNone/>
              <a:defRPr sz="900"/>
            </a:lvl9pPr>
          </a:lstStyle>
          <a:p>
            <a:endParaRPr/>
          </a:p>
        </p:txBody>
      </p:sp>
      <p:sp>
        <p:nvSpPr>
          <p:cNvPr id="199" name="Google Shape;199;p26"/>
          <p:cNvSpPr txBox="1">
            <a:spLocks noGrp="1"/>
          </p:cNvSpPr>
          <p:nvPr>
            <p:ph type="body" idx="5"/>
          </p:nvPr>
        </p:nvSpPr>
        <p:spPr>
          <a:xfrm>
            <a:off x="7852442" y="2674463"/>
            <a:ext cx="3194968" cy="68580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3000"/>
              <a:buNone/>
              <a:defRPr sz="2400" b="0" cap="none">
                <a:solidFill>
                  <a:schemeClr val="lt1"/>
                </a:solidFill>
              </a:defRPr>
            </a:lvl1pPr>
            <a:lvl2pPr marL="914400" lvl="1" indent="-228600" algn="l">
              <a:lnSpc>
                <a:spcPct val="120000"/>
              </a:lnSpc>
              <a:spcBef>
                <a:spcPts val="500"/>
              </a:spcBef>
              <a:spcAft>
                <a:spcPts val="0"/>
              </a:spcAft>
              <a:buClr>
                <a:schemeClr val="lt1"/>
              </a:buClr>
              <a:buSzPts val="2500"/>
              <a:buNone/>
              <a:defRPr sz="2000" b="1"/>
            </a:lvl2pPr>
            <a:lvl3pPr marL="1371600" lvl="2" indent="-228600" algn="l">
              <a:lnSpc>
                <a:spcPct val="120000"/>
              </a:lnSpc>
              <a:spcBef>
                <a:spcPts val="500"/>
              </a:spcBef>
              <a:spcAft>
                <a:spcPts val="0"/>
              </a:spcAft>
              <a:buClr>
                <a:schemeClr val="lt1"/>
              </a:buClr>
              <a:buSzPts val="2250"/>
              <a:buNone/>
              <a:defRPr sz="1800" b="1"/>
            </a:lvl3pPr>
            <a:lvl4pPr marL="1828800" lvl="3" indent="-228600" algn="l">
              <a:lnSpc>
                <a:spcPct val="120000"/>
              </a:lnSpc>
              <a:spcBef>
                <a:spcPts val="500"/>
              </a:spcBef>
              <a:spcAft>
                <a:spcPts val="0"/>
              </a:spcAft>
              <a:buClr>
                <a:schemeClr val="lt1"/>
              </a:buClr>
              <a:buSzPts val="2000"/>
              <a:buNone/>
              <a:defRPr sz="1600" b="1"/>
            </a:lvl4pPr>
            <a:lvl5pPr marL="2286000" lvl="4" indent="-228600" algn="l">
              <a:lnSpc>
                <a:spcPct val="120000"/>
              </a:lnSpc>
              <a:spcBef>
                <a:spcPts val="500"/>
              </a:spcBef>
              <a:spcAft>
                <a:spcPts val="0"/>
              </a:spcAft>
              <a:buClr>
                <a:schemeClr val="lt1"/>
              </a:buClr>
              <a:buSzPts val="2000"/>
              <a:buNone/>
              <a:defRPr sz="1600" b="1"/>
            </a:lvl5pPr>
            <a:lvl6pPr marL="2743200" lvl="5" indent="-228600" algn="l">
              <a:lnSpc>
                <a:spcPct val="120000"/>
              </a:lnSpc>
              <a:spcBef>
                <a:spcPts val="500"/>
              </a:spcBef>
              <a:spcAft>
                <a:spcPts val="0"/>
              </a:spcAft>
              <a:buClr>
                <a:schemeClr val="lt1"/>
              </a:buClr>
              <a:buSzPts val="2000"/>
              <a:buNone/>
              <a:defRPr sz="1600" b="1"/>
            </a:lvl6pPr>
            <a:lvl7pPr marL="3200400" lvl="6" indent="-228600" algn="l">
              <a:lnSpc>
                <a:spcPct val="120000"/>
              </a:lnSpc>
              <a:spcBef>
                <a:spcPts val="500"/>
              </a:spcBef>
              <a:spcAft>
                <a:spcPts val="0"/>
              </a:spcAft>
              <a:buClr>
                <a:schemeClr val="lt1"/>
              </a:buClr>
              <a:buSzPts val="2000"/>
              <a:buNone/>
              <a:defRPr sz="1600" b="1"/>
            </a:lvl7pPr>
            <a:lvl8pPr marL="3657600" lvl="7" indent="-228600" algn="l">
              <a:lnSpc>
                <a:spcPct val="120000"/>
              </a:lnSpc>
              <a:spcBef>
                <a:spcPts val="500"/>
              </a:spcBef>
              <a:spcAft>
                <a:spcPts val="0"/>
              </a:spcAft>
              <a:buClr>
                <a:schemeClr val="lt1"/>
              </a:buClr>
              <a:buSzPts val="2000"/>
              <a:buNone/>
              <a:defRPr sz="1600" b="1"/>
            </a:lvl8pPr>
            <a:lvl9pPr marL="4114800" lvl="8" indent="-228600" algn="l">
              <a:lnSpc>
                <a:spcPct val="120000"/>
              </a:lnSpc>
              <a:spcBef>
                <a:spcPts val="500"/>
              </a:spcBef>
              <a:spcAft>
                <a:spcPts val="0"/>
              </a:spcAft>
              <a:buClr>
                <a:schemeClr val="lt1"/>
              </a:buClr>
              <a:buSzPts val="2000"/>
              <a:buNone/>
              <a:defRPr sz="1600" b="1"/>
            </a:lvl9pPr>
          </a:lstStyle>
          <a:p>
            <a:endParaRPr/>
          </a:p>
        </p:txBody>
      </p:sp>
      <p:sp>
        <p:nvSpPr>
          <p:cNvPr id="200" name="Google Shape;200;p26"/>
          <p:cNvSpPr txBox="1">
            <a:spLocks noGrp="1"/>
          </p:cNvSpPr>
          <p:nvPr>
            <p:ph type="body" idx="6"/>
          </p:nvPr>
        </p:nvSpPr>
        <p:spPr>
          <a:xfrm>
            <a:off x="7852442" y="3360263"/>
            <a:ext cx="3194968" cy="2430936"/>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lt1"/>
              </a:buClr>
              <a:buSzPts val="1750"/>
              <a:buNone/>
              <a:defRPr sz="1400"/>
            </a:lvl1pPr>
            <a:lvl2pPr marL="914400" lvl="1" indent="-228600" algn="l">
              <a:lnSpc>
                <a:spcPct val="120000"/>
              </a:lnSpc>
              <a:spcBef>
                <a:spcPts val="500"/>
              </a:spcBef>
              <a:spcAft>
                <a:spcPts val="0"/>
              </a:spcAft>
              <a:buClr>
                <a:schemeClr val="lt1"/>
              </a:buClr>
              <a:buSzPts val="1500"/>
              <a:buNone/>
              <a:defRPr sz="1200"/>
            </a:lvl2pPr>
            <a:lvl3pPr marL="1371600" lvl="2" indent="-228600" algn="l">
              <a:lnSpc>
                <a:spcPct val="120000"/>
              </a:lnSpc>
              <a:spcBef>
                <a:spcPts val="500"/>
              </a:spcBef>
              <a:spcAft>
                <a:spcPts val="0"/>
              </a:spcAft>
              <a:buClr>
                <a:schemeClr val="lt1"/>
              </a:buClr>
              <a:buSzPts val="1250"/>
              <a:buNone/>
              <a:defRPr sz="1000"/>
            </a:lvl3pPr>
            <a:lvl4pPr marL="1828800" lvl="3" indent="-228600" algn="l">
              <a:lnSpc>
                <a:spcPct val="120000"/>
              </a:lnSpc>
              <a:spcBef>
                <a:spcPts val="500"/>
              </a:spcBef>
              <a:spcAft>
                <a:spcPts val="0"/>
              </a:spcAft>
              <a:buClr>
                <a:schemeClr val="lt1"/>
              </a:buClr>
              <a:buSzPts val="1125"/>
              <a:buNone/>
              <a:defRPr sz="900"/>
            </a:lvl4pPr>
            <a:lvl5pPr marL="2286000" lvl="4" indent="-228600" algn="l">
              <a:lnSpc>
                <a:spcPct val="120000"/>
              </a:lnSpc>
              <a:spcBef>
                <a:spcPts val="500"/>
              </a:spcBef>
              <a:spcAft>
                <a:spcPts val="0"/>
              </a:spcAft>
              <a:buClr>
                <a:schemeClr val="lt1"/>
              </a:buClr>
              <a:buSzPts val="1125"/>
              <a:buNone/>
              <a:defRPr sz="900"/>
            </a:lvl5pPr>
            <a:lvl6pPr marL="2743200" lvl="5" indent="-228600" algn="l">
              <a:lnSpc>
                <a:spcPct val="120000"/>
              </a:lnSpc>
              <a:spcBef>
                <a:spcPts val="500"/>
              </a:spcBef>
              <a:spcAft>
                <a:spcPts val="0"/>
              </a:spcAft>
              <a:buClr>
                <a:schemeClr val="lt1"/>
              </a:buClr>
              <a:buSzPts val="1125"/>
              <a:buNone/>
              <a:defRPr sz="900"/>
            </a:lvl6pPr>
            <a:lvl7pPr marL="3200400" lvl="6" indent="-228600" algn="l">
              <a:lnSpc>
                <a:spcPct val="120000"/>
              </a:lnSpc>
              <a:spcBef>
                <a:spcPts val="500"/>
              </a:spcBef>
              <a:spcAft>
                <a:spcPts val="0"/>
              </a:spcAft>
              <a:buClr>
                <a:schemeClr val="lt1"/>
              </a:buClr>
              <a:buSzPts val="1125"/>
              <a:buNone/>
              <a:defRPr sz="900"/>
            </a:lvl7pPr>
            <a:lvl8pPr marL="3657600" lvl="7" indent="-228600" algn="l">
              <a:lnSpc>
                <a:spcPct val="120000"/>
              </a:lnSpc>
              <a:spcBef>
                <a:spcPts val="500"/>
              </a:spcBef>
              <a:spcAft>
                <a:spcPts val="0"/>
              </a:spcAft>
              <a:buClr>
                <a:schemeClr val="lt1"/>
              </a:buClr>
              <a:buSzPts val="1125"/>
              <a:buNone/>
              <a:defRPr sz="900"/>
            </a:lvl8pPr>
            <a:lvl9pPr marL="4114800" lvl="8" indent="-228600" algn="l">
              <a:lnSpc>
                <a:spcPct val="120000"/>
              </a:lnSpc>
              <a:spcBef>
                <a:spcPts val="500"/>
              </a:spcBef>
              <a:spcAft>
                <a:spcPts val="0"/>
              </a:spcAft>
              <a:buClr>
                <a:schemeClr val="lt1"/>
              </a:buClr>
              <a:buSzPts val="1125"/>
              <a:buNone/>
              <a:defRPr sz="900"/>
            </a:lvl9pPr>
          </a:lstStyle>
          <a:p>
            <a:endParaRPr/>
          </a:p>
        </p:txBody>
      </p:sp>
      <p:sp>
        <p:nvSpPr>
          <p:cNvPr id="201" name="Google Shape;201;p26"/>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2" name="Google Shape;202;p26"/>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3" name="Google Shape;203;p26"/>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204"/>
        <p:cNvGrpSpPr/>
        <p:nvPr/>
      </p:nvGrpSpPr>
      <p:grpSpPr>
        <a:xfrm>
          <a:off x="0" y="0"/>
          <a:ext cx="0" cy="0"/>
          <a:chOff x="0" y="0"/>
          <a:chExt cx="0" cy="0"/>
        </a:xfrm>
      </p:grpSpPr>
      <p:sp>
        <p:nvSpPr>
          <p:cNvPr id="205" name="Google Shape;205;p27"/>
          <p:cNvSpPr txBox="1">
            <a:spLocks noGrp="1"/>
          </p:cNvSpPr>
          <p:nvPr>
            <p:ph type="title"/>
          </p:nvPr>
        </p:nvSpPr>
        <p:spPr>
          <a:xfrm>
            <a:off x="1141411" y="609600"/>
            <a:ext cx="9905999" cy="1905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6" name="Google Shape;206;p27"/>
          <p:cNvSpPr txBox="1">
            <a:spLocks noGrp="1"/>
          </p:cNvSpPr>
          <p:nvPr>
            <p:ph type="body" idx="1"/>
          </p:nvPr>
        </p:nvSpPr>
        <p:spPr>
          <a:xfrm>
            <a:off x="1141413" y="4404596"/>
            <a:ext cx="3195240" cy="57626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500"/>
              <a:buNone/>
              <a:defRPr sz="2000" b="0" cap="none">
                <a:solidFill>
                  <a:schemeClr val="lt1"/>
                </a:solidFill>
              </a:defRPr>
            </a:lvl1pPr>
            <a:lvl2pPr marL="914400" lvl="1" indent="-228600" algn="l">
              <a:lnSpc>
                <a:spcPct val="120000"/>
              </a:lnSpc>
              <a:spcBef>
                <a:spcPts val="500"/>
              </a:spcBef>
              <a:spcAft>
                <a:spcPts val="0"/>
              </a:spcAft>
              <a:buClr>
                <a:schemeClr val="lt1"/>
              </a:buClr>
              <a:buSzPts val="2500"/>
              <a:buNone/>
              <a:defRPr sz="2000" b="1"/>
            </a:lvl2pPr>
            <a:lvl3pPr marL="1371600" lvl="2" indent="-228600" algn="l">
              <a:lnSpc>
                <a:spcPct val="120000"/>
              </a:lnSpc>
              <a:spcBef>
                <a:spcPts val="500"/>
              </a:spcBef>
              <a:spcAft>
                <a:spcPts val="0"/>
              </a:spcAft>
              <a:buClr>
                <a:schemeClr val="lt1"/>
              </a:buClr>
              <a:buSzPts val="2250"/>
              <a:buNone/>
              <a:defRPr sz="1800" b="1"/>
            </a:lvl3pPr>
            <a:lvl4pPr marL="1828800" lvl="3" indent="-228600" algn="l">
              <a:lnSpc>
                <a:spcPct val="120000"/>
              </a:lnSpc>
              <a:spcBef>
                <a:spcPts val="500"/>
              </a:spcBef>
              <a:spcAft>
                <a:spcPts val="0"/>
              </a:spcAft>
              <a:buClr>
                <a:schemeClr val="lt1"/>
              </a:buClr>
              <a:buSzPts val="2000"/>
              <a:buNone/>
              <a:defRPr sz="1600" b="1"/>
            </a:lvl4pPr>
            <a:lvl5pPr marL="2286000" lvl="4" indent="-228600" algn="l">
              <a:lnSpc>
                <a:spcPct val="120000"/>
              </a:lnSpc>
              <a:spcBef>
                <a:spcPts val="500"/>
              </a:spcBef>
              <a:spcAft>
                <a:spcPts val="0"/>
              </a:spcAft>
              <a:buClr>
                <a:schemeClr val="lt1"/>
              </a:buClr>
              <a:buSzPts val="2000"/>
              <a:buNone/>
              <a:defRPr sz="1600" b="1"/>
            </a:lvl5pPr>
            <a:lvl6pPr marL="2743200" lvl="5" indent="-228600" algn="l">
              <a:lnSpc>
                <a:spcPct val="120000"/>
              </a:lnSpc>
              <a:spcBef>
                <a:spcPts val="500"/>
              </a:spcBef>
              <a:spcAft>
                <a:spcPts val="0"/>
              </a:spcAft>
              <a:buClr>
                <a:schemeClr val="lt1"/>
              </a:buClr>
              <a:buSzPts val="2000"/>
              <a:buNone/>
              <a:defRPr sz="1600" b="1"/>
            </a:lvl6pPr>
            <a:lvl7pPr marL="3200400" lvl="6" indent="-228600" algn="l">
              <a:lnSpc>
                <a:spcPct val="120000"/>
              </a:lnSpc>
              <a:spcBef>
                <a:spcPts val="500"/>
              </a:spcBef>
              <a:spcAft>
                <a:spcPts val="0"/>
              </a:spcAft>
              <a:buClr>
                <a:schemeClr val="lt1"/>
              </a:buClr>
              <a:buSzPts val="2000"/>
              <a:buNone/>
              <a:defRPr sz="1600" b="1"/>
            </a:lvl7pPr>
            <a:lvl8pPr marL="3657600" lvl="7" indent="-228600" algn="l">
              <a:lnSpc>
                <a:spcPct val="120000"/>
              </a:lnSpc>
              <a:spcBef>
                <a:spcPts val="500"/>
              </a:spcBef>
              <a:spcAft>
                <a:spcPts val="0"/>
              </a:spcAft>
              <a:buClr>
                <a:schemeClr val="lt1"/>
              </a:buClr>
              <a:buSzPts val="2000"/>
              <a:buNone/>
              <a:defRPr sz="1600" b="1"/>
            </a:lvl8pPr>
            <a:lvl9pPr marL="4114800" lvl="8" indent="-228600" algn="l">
              <a:lnSpc>
                <a:spcPct val="120000"/>
              </a:lnSpc>
              <a:spcBef>
                <a:spcPts val="500"/>
              </a:spcBef>
              <a:spcAft>
                <a:spcPts val="0"/>
              </a:spcAft>
              <a:buClr>
                <a:schemeClr val="lt1"/>
              </a:buClr>
              <a:buSzPts val="2000"/>
              <a:buNone/>
              <a:defRPr sz="1600" b="1"/>
            </a:lvl9pPr>
          </a:lstStyle>
          <a:p>
            <a:endParaRPr/>
          </a:p>
        </p:txBody>
      </p:sp>
      <p:sp>
        <p:nvSpPr>
          <p:cNvPr id="207" name="Google Shape;207;p27"/>
          <p:cNvSpPr>
            <a:spLocks noGrp="1"/>
          </p:cNvSpPr>
          <p:nvPr>
            <p:ph type="pic" idx="2"/>
          </p:nvPr>
        </p:nvSpPr>
        <p:spPr>
          <a:xfrm>
            <a:off x="1141413" y="2666998"/>
            <a:ext cx="3195240" cy="1524000"/>
          </a:xfrm>
          <a:prstGeom prst="round2DiagRect">
            <a:avLst>
              <a:gd name="adj1" fmla="val 16667"/>
              <a:gd name="adj2" fmla="val 0"/>
            </a:avLst>
          </a:prstGeom>
          <a:noFill/>
          <a:ln w="19050" cap="sq" cmpd="sng">
            <a:solidFill>
              <a:srgbClr val="B3FFFF">
                <a:alpha val="60000"/>
              </a:srgbClr>
            </a:solidFill>
            <a:prstDash val="solid"/>
            <a:miter lim="800000"/>
            <a:headEnd type="none" w="sm" len="sm"/>
            <a:tailEnd type="none" w="sm" len="sm"/>
          </a:ln>
          <a:effectLst>
            <a:outerShdw blurRad="88900" dist="38100" dir="5400000" algn="t" rotWithShape="0">
              <a:srgbClr val="000000">
                <a:alpha val="40000"/>
              </a:srgbClr>
            </a:outerShdw>
          </a:effectLst>
        </p:spPr>
      </p:sp>
      <p:sp>
        <p:nvSpPr>
          <p:cNvPr id="208" name="Google Shape;208;p27"/>
          <p:cNvSpPr txBox="1">
            <a:spLocks noGrp="1"/>
          </p:cNvSpPr>
          <p:nvPr>
            <p:ph type="body" idx="3"/>
          </p:nvPr>
        </p:nvSpPr>
        <p:spPr>
          <a:xfrm>
            <a:off x="1141413" y="4980858"/>
            <a:ext cx="3195240" cy="817843"/>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lt1"/>
              </a:buClr>
              <a:buSzPts val="1750"/>
              <a:buNone/>
              <a:defRPr sz="1400"/>
            </a:lvl1pPr>
            <a:lvl2pPr marL="914400" lvl="1" indent="-228600" algn="l">
              <a:lnSpc>
                <a:spcPct val="120000"/>
              </a:lnSpc>
              <a:spcBef>
                <a:spcPts val="500"/>
              </a:spcBef>
              <a:spcAft>
                <a:spcPts val="0"/>
              </a:spcAft>
              <a:buClr>
                <a:schemeClr val="lt1"/>
              </a:buClr>
              <a:buSzPts val="1500"/>
              <a:buNone/>
              <a:defRPr sz="1200"/>
            </a:lvl2pPr>
            <a:lvl3pPr marL="1371600" lvl="2" indent="-228600" algn="l">
              <a:lnSpc>
                <a:spcPct val="120000"/>
              </a:lnSpc>
              <a:spcBef>
                <a:spcPts val="500"/>
              </a:spcBef>
              <a:spcAft>
                <a:spcPts val="0"/>
              </a:spcAft>
              <a:buClr>
                <a:schemeClr val="lt1"/>
              </a:buClr>
              <a:buSzPts val="1250"/>
              <a:buNone/>
              <a:defRPr sz="1000"/>
            </a:lvl3pPr>
            <a:lvl4pPr marL="1828800" lvl="3" indent="-228600" algn="l">
              <a:lnSpc>
                <a:spcPct val="120000"/>
              </a:lnSpc>
              <a:spcBef>
                <a:spcPts val="500"/>
              </a:spcBef>
              <a:spcAft>
                <a:spcPts val="0"/>
              </a:spcAft>
              <a:buClr>
                <a:schemeClr val="lt1"/>
              </a:buClr>
              <a:buSzPts val="1125"/>
              <a:buNone/>
              <a:defRPr sz="900"/>
            </a:lvl4pPr>
            <a:lvl5pPr marL="2286000" lvl="4" indent="-228600" algn="l">
              <a:lnSpc>
                <a:spcPct val="120000"/>
              </a:lnSpc>
              <a:spcBef>
                <a:spcPts val="500"/>
              </a:spcBef>
              <a:spcAft>
                <a:spcPts val="0"/>
              </a:spcAft>
              <a:buClr>
                <a:schemeClr val="lt1"/>
              </a:buClr>
              <a:buSzPts val="1125"/>
              <a:buNone/>
              <a:defRPr sz="900"/>
            </a:lvl5pPr>
            <a:lvl6pPr marL="2743200" lvl="5" indent="-228600" algn="l">
              <a:lnSpc>
                <a:spcPct val="120000"/>
              </a:lnSpc>
              <a:spcBef>
                <a:spcPts val="500"/>
              </a:spcBef>
              <a:spcAft>
                <a:spcPts val="0"/>
              </a:spcAft>
              <a:buClr>
                <a:schemeClr val="lt1"/>
              </a:buClr>
              <a:buSzPts val="1125"/>
              <a:buNone/>
              <a:defRPr sz="900"/>
            </a:lvl6pPr>
            <a:lvl7pPr marL="3200400" lvl="6" indent="-228600" algn="l">
              <a:lnSpc>
                <a:spcPct val="120000"/>
              </a:lnSpc>
              <a:spcBef>
                <a:spcPts val="500"/>
              </a:spcBef>
              <a:spcAft>
                <a:spcPts val="0"/>
              </a:spcAft>
              <a:buClr>
                <a:schemeClr val="lt1"/>
              </a:buClr>
              <a:buSzPts val="1125"/>
              <a:buNone/>
              <a:defRPr sz="900"/>
            </a:lvl7pPr>
            <a:lvl8pPr marL="3657600" lvl="7" indent="-228600" algn="l">
              <a:lnSpc>
                <a:spcPct val="120000"/>
              </a:lnSpc>
              <a:spcBef>
                <a:spcPts val="500"/>
              </a:spcBef>
              <a:spcAft>
                <a:spcPts val="0"/>
              </a:spcAft>
              <a:buClr>
                <a:schemeClr val="lt1"/>
              </a:buClr>
              <a:buSzPts val="1125"/>
              <a:buNone/>
              <a:defRPr sz="900"/>
            </a:lvl8pPr>
            <a:lvl9pPr marL="4114800" lvl="8" indent="-228600" algn="l">
              <a:lnSpc>
                <a:spcPct val="120000"/>
              </a:lnSpc>
              <a:spcBef>
                <a:spcPts val="500"/>
              </a:spcBef>
              <a:spcAft>
                <a:spcPts val="0"/>
              </a:spcAft>
              <a:buClr>
                <a:schemeClr val="lt1"/>
              </a:buClr>
              <a:buSzPts val="1125"/>
              <a:buNone/>
              <a:defRPr sz="900"/>
            </a:lvl9pPr>
          </a:lstStyle>
          <a:p>
            <a:endParaRPr/>
          </a:p>
        </p:txBody>
      </p:sp>
      <p:sp>
        <p:nvSpPr>
          <p:cNvPr id="209" name="Google Shape;209;p27"/>
          <p:cNvSpPr txBox="1">
            <a:spLocks noGrp="1"/>
          </p:cNvSpPr>
          <p:nvPr>
            <p:ph type="body" idx="4"/>
          </p:nvPr>
        </p:nvSpPr>
        <p:spPr>
          <a:xfrm>
            <a:off x="4489053" y="4404596"/>
            <a:ext cx="3200400" cy="57626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500"/>
              <a:buNone/>
              <a:defRPr sz="2000" b="0" cap="none">
                <a:solidFill>
                  <a:schemeClr val="lt1"/>
                </a:solidFill>
              </a:defRPr>
            </a:lvl1pPr>
            <a:lvl2pPr marL="914400" lvl="1" indent="-228600" algn="l">
              <a:lnSpc>
                <a:spcPct val="120000"/>
              </a:lnSpc>
              <a:spcBef>
                <a:spcPts val="500"/>
              </a:spcBef>
              <a:spcAft>
                <a:spcPts val="0"/>
              </a:spcAft>
              <a:buClr>
                <a:schemeClr val="lt1"/>
              </a:buClr>
              <a:buSzPts val="2500"/>
              <a:buNone/>
              <a:defRPr sz="2000" b="1"/>
            </a:lvl2pPr>
            <a:lvl3pPr marL="1371600" lvl="2" indent="-228600" algn="l">
              <a:lnSpc>
                <a:spcPct val="120000"/>
              </a:lnSpc>
              <a:spcBef>
                <a:spcPts val="500"/>
              </a:spcBef>
              <a:spcAft>
                <a:spcPts val="0"/>
              </a:spcAft>
              <a:buClr>
                <a:schemeClr val="lt1"/>
              </a:buClr>
              <a:buSzPts val="2250"/>
              <a:buNone/>
              <a:defRPr sz="1800" b="1"/>
            </a:lvl3pPr>
            <a:lvl4pPr marL="1828800" lvl="3" indent="-228600" algn="l">
              <a:lnSpc>
                <a:spcPct val="120000"/>
              </a:lnSpc>
              <a:spcBef>
                <a:spcPts val="500"/>
              </a:spcBef>
              <a:spcAft>
                <a:spcPts val="0"/>
              </a:spcAft>
              <a:buClr>
                <a:schemeClr val="lt1"/>
              </a:buClr>
              <a:buSzPts val="2000"/>
              <a:buNone/>
              <a:defRPr sz="1600" b="1"/>
            </a:lvl4pPr>
            <a:lvl5pPr marL="2286000" lvl="4" indent="-228600" algn="l">
              <a:lnSpc>
                <a:spcPct val="120000"/>
              </a:lnSpc>
              <a:spcBef>
                <a:spcPts val="500"/>
              </a:spcBef>
              <a:spcAft>
                <a:spcPts val="0"/>
              </a:spcAft>
              <a:buClr>
                <a:schemeClr val="lt1"/>
              </a:buClr>
              <a:buSzPts val="2000"/>
              <a:buNone/>
              <a:defRPr sz="1600" b="1"/>
            </a:lvl5pPr>
            <a:lvl6pPr marL="2743200" lvl="5" indent="-228600" algn="l">
              <a:lnSpc>
                <a:spcPct val="120000"/>
              </a:lnSpc>
              <a:spcBef>
                <a:spcPts val="500"/>
              </a:spcBef>
              <a:spcAft>
                <a:spcPts val="0"/>
              </a:spcAft>
              <a:buClr>
                <a:schemeClr val="lt1"/>
              </a:buClr>
              <a:buSzPts val="2000"/>
              <a:buNone/>
              <a:defRPr sz="1600" b="1"/>
            </a:lvl6pPr>
            <a:lvl7pPr marL="3200400" lvl="6" indent="-228600" algn="l">
              <a:lnSpc>
                <a:spcPct val="120000"/>
              </a:lnSpc>
              <a:spcBef>
                <a:spcPts val="500"/>
              </a:spcBef>
              <a:spcAft>
                <a:spcPts val="0"/>
              </a:spcAft>
              <a:buClr>
                <a:schemeClr val="lt1"/>
              </a:buClr>
              <a:buSzPts val="2000"/>
              <a:buNone/>
              <a:defRPr sz="1600" b="1"/>
            </a:lvl7pPr>
            <a:lvl8pPr marL="3657600" lvl="7" indent="-228600" algn="l">
              <a:lnSpc>
                <a:spcPct val="120000"/>
              </a:lnSpc>
              <a:spcBef>
                <a:spcPts val="500"/>
              </a:spcBef>
              <a:spcAft>
                <a:spcPts val="0"/>
              </a:spcAft>
              <a:buClr>
                <a:schemeClr val="lt1"/>
              </a:buClr>
              <a:buSzPts val="2000"/>
              <a:buNone/>
              <a:defRPr sz="1600" b="1"/>
            </a:lvl8pPr>
            <a:lvl9pPr marL="4114800" lvl="8" indent="-228600" algn="l">
              <a:lnSpc>
                <a:spcPct val="120000"/>
              </a:lnSpc>
              <a:spcBef>
                <a:spcPts val="500"/>
              </a:spcBef>
              <a:spcAft>
                <a:spcPts val="0"/>
              </a:spcAft>
              <a:buClr>
                <a:schemeClr val="lt1"/>
              </a:buClr>
              <a:buSzPts val="2000"/>
              <a:buNone/>
              <a:defRPr sz="1600" b="1"/>
            </a:lvl9pPr>
          </a:lstStyle>
          <a:p>
            <a:endParaRPr/>
          </a:p>
        </p:txBody>
      </p:sp>
      <p:sp>
        <p:nvSpPr>
          <p:cNvPr id="210" name="Google Shape;210;p27"/>
          <p:cNvSpPr>
            <a:spLocks noGrp="1"/>
          </p:cNvSpPr>
          <p:nvPr>
            <p:ph type="pic" idx="5"/>
          </p:nvPr>
        </p:nvSpPr>
        <p:spPr>
          <a:xfrm>
            <a:off x="4489053" y="2666998"/>
            <a:ext cx="3198940" cy="1524000"/>
          </a:xfrm>
          <a:prstGeom prst="round2DiagRect">
            <a:avLst>
              <a:gd name="adj1" fmla="val 16667"/>
              <a:gd name="adj2" fmla="val 0"/>
            </a:avLst>
          </a:prstGeom>
          <a:noFill/>
          <a:ln w="19050" cap="sq" cmpd="sng">
            <a:solidFill>
              <a:srgbClr val="B3FFFF">
                <a:alpha val="60000"/>
              </a:srgbClr>
            </a:solidFill>
            <a:prstDash val="solid"/>
            <a:miter lim="800000"/>
            <a:headEnd type="none" w="sm" len="sm"/>
            <a:tailEnd type="none" w="sm" len="sm"/>
          </a:ln>
          <a:effectLst>
            <a:outerShdw blurRad="88900" dist="38100" dir="5400000" algn="t" rotWithShape="0">
              <a:srgbClr val="000000">
                <a:alpha val="40000"/>
              </a:srgbClr>
            </a:outerShdw>
          </a:effectLst>
        </p:spPr>
      </p:sp>
      <p:sp>
        <p:nvSpPr>
          <p:cNvPr id="211" name="Google Shape;211;p27"/>
          <p:cNvSpPr txBox="1">
            <a:spLocks noGrp="1"/>
          </p:cNvSpPr>
          <p:nvPr>
            <p:ph type="body" idx="6"/>
          </p:nvPr>
        </p:nvSpPr>
        <p:spPr>
          <a:xfrm>
            <a:off x="4487593" y="4980857"/>
            <a:ext cx="3200400" cy="810342"/>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lt1"/>
              </a:buClr>
              <a:buSzPts val="1750"/>
              <a:buNone/>
              <a:defRPr sz="1400"/>
            </a:lvl1pPr>
            <a:lvl2pPr marL="914400" lvl="1" indent="-228600" algn="l">
              <a:lnSpc>
                <a:spcPct val="120000"/>
              </a:lnSpc>
              <a:spcBef>
                <a:spcPts val="500"/>
              </a:spcBef>
              <a:spcAft>
                <a:spcPts val="0"/>
              </a:spcAft>
              <a:buClr>
                <a:schemeClr val="lt1"/>
              </a:buClr>
              <a:buSzPts val="1500"/>
              <a:buNone/>
              <a:defRPr sz="1200"/>
            </a:lvl2pPr>
            <a:lvl3pPr marL="1371600" lvl="2" indent="-228600" algn="l">
              <a:lnSpc>
                <a:spcPct val="120000"/>
              </a:lnSpc>
              <a:spcBef>
                <a:spcPts val="500"/>
              </a:spcBef>
              <a:spcAft>
                <a:spcPts val="0"/>
              </a:spcAft>
              <a:buClr>
                <a:schemeClr val="lt1"/>
              </a:buClr>
              <a:buSzPts val="1250"/>
              <a:buNone/>
              <a:defRPr sz="1000"/>
            </a:lvl3pPr>
            <a:lvl4pPr marL="1828800" lvl="3" indent="-228600" algn="l">
              <a:lnSpc>
                <a:spcPct val="120000"/>
              </a:lnSpc>
              <a:spcBef>
                <a:spcPts val="500"/>
              </a:spcBef>
              <a:spcAft>
                <a:spcPts val="0"/>
              </a:spcAft>
              <a:buClr>
                <a:schemeClr val="lt1"/>
              </a:buClr>
              <a:buSzPts val="1125"/>
              <a:buNone/>
              <a:defRPr sz="900"/>
            </a:lvl4pPr>
            <a:lvl5pPr marL="2286000" lvl="4" indent="-228600" algn="l">
              <a:lnSpc>
                <a:spcPct val="120000"/>
              </a:lnSpc>
              <a:spcBef>
                <a:spcPts val="500"/>
              </a:spcBef>
              <a:spcAft>
                <a:spcPts val="0"/>
              </a:spcAft>
              <a:buClr>
                <a:schemeClr val="lt1"/>
              </a:buClr>
              <a:buSzPts val="1125"/>
              <a:buNone/>
              <a:defRPr sz="900"/>
            </a:lvl5pPr>
            <a:lvl6pPr marL="2743200" lvl="5" indent="-228600" algn="l">
              <a:lnSpc>
                <a:spcPct val="120000"/>
              </a:lnSpc>
              <a:spcBef>
                <a:spcPts val="500"/>
              </a:spcBef>
              <a:spcAft>
                <a:spcPts val="0"/>
              </a:spcAft>
              <a:buClr>
                <a:schemeClr val="lt1"/>
              </a:buClr>
              <a:buSzPts val="1125"/>
              <a:buNone/>
              <a:defRPr sz="900"/>
            </a:lvl6pPr>
            <a:lvl7pPr marL="3200400" lvl="6" indent="-228600" algn="l">
              <a:lnSpc>
                <a:spcPct val="120000"/>
              </a:lnSpc>
              <a:spcBef>
                <a:spcPts val="500"/>
              </a:spcBef>
              <a:spcAft>
                <a:spcPts val="0"/>
              </a:spcAft>
              <a:buClr>
                <a:schemeClr val="lt1"/>
              </a:buClr>
              <a:buSzPts val="1125"/>
              <a:buNone/>
              <a:defRPr sz="900"/>
            </a:lvl7pPr>
            <a:lvl8pPr marL="3657600" lvl="7" indent="-228600" algn="l">
              <a:lnSpc>
                <a:spcPct val="120000"/>
              </a:lnSpc>
              <a:spcBef>
                <a:spcPts val="500"/>
              </a:spcBef>
              <a:spcAft>
                <a:spcPts val="0"/>
              </a:spcAft>
              <a:buClr>
                <a:schemeClr val="lt1"/>
              </a:buClr>
              <a:buSzPts val="1125"/>
              <a:buNone/>
              <a:defRPr sz="900"/>
            </a:lvl8pPr>
            <a:lvl9pPr marL="4114800" lvl="8" indent="-228600" algn="l">
              <a:lnSpc>
                <a:spcPct val="120000"/>
              </a:lnSpc>
              <a:spcBef>
                <a:spcPts val="500"/>
              </a:spcBef>
              <a:spcAft>
                <a:spcPts val="0"/>
              </a:spcAft>
              <a:buClr>
                <a:schemeClr val="lt1"/>
              </a:buClr>
              <a:buSzPts val="1125"/>
              <a:buNone/>
              <a:defRPr sz="900"/>
            </a:lvl9pPr>
          </a:lstStyle>
          <a:p>
            <a:endParaRPr/>
          </a:p>
        </p:txBody>
      </p:sp>
      <p:sp>
        <p:nvSpPr>
          <p:cNvPr id="212" name="Google Shape;212;p27"/>
          <p:cNvSpPr txBox="1">
            <a:spLocks noGrp="1"/>
          </p:cNvSpPr>
          <p:nvPr>
            <p:ph type="body" idx="7"/>
          </p:nvPr>
        </p:nvSpPr>
        <p:spPr>
          <a:xfrm>
            <a:off x="7852567" y="4404595"/>
            <a:ext cx="3190741" cy="57626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500"/>
              <a:buNone/>
              <a:defRPr sz="2000" b="0" cap="none">
                <a:solidFill>
                  <a:schemeClr val="lt1"/>
                </a:solidFill>
              </a:defRPr>
            </a:lvl1pPr>
            <a:lvl2pPr marL="914400" lvl="1" indent="-228600" algn="l">
              <a:lnSpc>
                <a:spcPct val="120000"/>
              </a:lnSpc>
              <a:spcBef>
                <a:spcPts val="500"/>
              </a:spcBef>
              <a:spcAft>
                <a:spcPts val="0"/>
              </a:spcAft>
              <a:buClr>
                <a:schemeClr val="lt1"/>
              </a:buClr>
              <a:buSzPts val="2500"/>
              <a:buNone/>
              <a:defRPr sz="2000" b="1"/>
            </a:lvl2pPr>
            <a:lvl3pPr marL="1371600" lvl="2" indent="-228600" algn="l">
              <a:lnSpc>
                <a:spcPct val="120000"/>
              </a:lnSpc>
              <a:spcBef>
                <a:spcPts val="500"/>
              </a:spcBef>
              <a:spcAft>
                <a:spcPts val="0"/>
              </a:spcAft>
              <a:buClr>
                <a:schemeClr val="lt1"/>
              </a:buClr>
              <a:buSzPts val="2250"/>
              <a:buNone/>
              <a:defRPr sz="1800" b="1"/>
            </a:lvl3pPr>
            <a:lvl4pPr marL="1828800" lvl="3" indent="-228600" algn="l">
              <a:lnSpc>
                <a:spcPct val="120000"/>
              </a:lnSpc>
              <a:spcBef>
                <a:spcPts val="500"/>
              </a:spcBef>
              <a:spcAft>
                <a:spcPts val="0"/>
              </a:spcAft>
              <a:buClr>
                <a:schemeClr val="lt1"/>
              </a:buClr>
              <a:buSzPts val="2000"/>
              <a:buNone/>
              <a:defRPr sz="1600" b="1"/>
            </a:lvl4pPr>
            <a:lvl5pPr marL="2286000" lvl="4" indent="-228600" algn="l">
              <a:lnSpc>
                <a:spcPct val="120000"/>
              </a:lnSpc>
              <a:spcBef>
                <a:spcPts val="500"/>
              </a:spcBef>
              <a:spcAft>
                <a:spcPts val="0"/>
              </a:spcAft>
              <a:buClr>
                <a:schemeClr val="lt1"/>
              </a:buClr>
              <a:buSzPts val="2000"/>
              <a:buNone/>
              <a:defRPr sz="1600" b="1"/>
            </a:lvl5pPr>
            <a:lvl6pPr marL="2743200" lvl="5" indent="-228600" algn="l">
              <a:lnSpc>
                <a:spcPct val="120000"/>
              </a:lnSpc>
              <a:spcBef>
                <a:spcPts val="500"/>
              </a:spcBef>
              <a:spcAft>
                <a:spcPts val="0"/>
              </a:spcAft>
              <a:buClr>
                <a:schemeClr val="lt1"/>
              </a:buClr>
              <a:buSzPts val="2000"/>
              <a:buNone/>
              <a:defRPr sz="1600" b="1"/>
            </a:lvl6pPr>
            <a:lvl7pPr marL="3200400" lvl="6" indent="-228600" algn="l">
              <a:lnSpc>
                <a:spcPct val="120000"/>
              </a:lnSpc>
              <a:spcBef>
                <a:spcPts val="500"/>
              </a:spcBef>
              <a:spcAft>
                <a:spcPts val="0"/>
              </a:spcAft>
              <a:buClr>
                <a:schemeClr val="lt1"/>
              </a:buClr>
              <a:buSzPts val="2000"/>
              <a:buNone/>
              <a:defRPr sz="1600" b="1"/>
            </a:lvl7pPr>
            <a:lvl8pPr marL="3657600" lvl="7" indent="-228600" algn="l">
              <a:lnSpc>
                <a:spcPct val="120000"/>
              </a:lnSpc>
              <a:spcBef>
                <a:spcPts val="500"/>
              </a:spcBef>
              <a:spcAft>
                <a:spcPts val="0"/>
              </a:spcAft>
              <a:buClr>
                <a:schemeClr val="lt1"/>
              </a:buClr>
              <a:buSzPts val="2000"/>
              <a:buNone/>
              <a:defRPr sz="1600" b="1"/>
            </a:lvl8pPr>
            <a:lvl9pPr marL="4114800" lvl="8" indent="-228600" algn="l">
              <a:lnSpc>
                <a:spcPct val="120000"/>
              </a:lnSpc>
              <a:spcBef>
                <a:spcPts val="500"/>
              </a:spcBef>
              <a:spcAft>
                <a:spcPts val="0"/>
              </a:spcAft>
              <a:buClr>
                <a:schemeClr val="lt1"/>
              </a:buClr>
              <a:buSzPts val="2000"/>
              <a:buNone/>
              <a:defRPr sz="1600" b="1"/>
            </a:lvl9pPr>
          </a:lstStyle>
          <a:p>
            <a:endParaRPr/>
          </a:p>
        </p:txBody>
      </p:sp>
      <p:sp>
        <p:nvSpPr>
          <p:cNvPr id="213" name="Google Shape;213;p27"/>
          <p:cNvSpPr>
            <a:spLocks noGrp="1"/>
          </p:cNvSpPr>
          <p:nvPr>
            <p:ph type="pic" idx="8"/>
          </p:nvPr>
        </p:nvSpPr>
        <p:spPr>
          <a:xfrm>
            <a:off x="7852442" y="2666998"/>
            <a:ext cx="3194969" cy="1524000"/>
          </a:xfrm>
          <a:prstGeom prst="round2DiagRect">
            <a:avLst>
              <a:gd name="adj1" fmla="val 16667"/>
              <a:gd name="adj2" fmla="val 0"/>
            </a:avLst>
          </a:prstGeom>
          <a:noFill/>
          <a:ln w="19050" cap="sq" cmpd="sng">
            <a:solidFill>
              <a:srgbClr val="B3FFFF">
                <a:alpha val="60000"/>
              </a:srgbClr>
            </a:solidFill>
            <a:prstDash val="solid"/>
            <a:miter lim="800000"/>
            <a:headEnd type="none" w="sm" len="sm"/>
            <a:tailEnd type="none" w="sm" len="sm"/>
          </a:ln>
          <a:effectLst>
            <a:outerShdw blurRad="88900" dist="38100" dir="5400000" algn="t" rotWithShape="0">
              <a:srgbClr val="000000">
                <a:alpha val="40000"/>
              </a:srgbClr>
            </a:outerShdw>
          </a:effectLst>
        </p:spPr>
      </p:sp>
      <p:sp>
        <p:nvSpPr>
          <p:cNvPr id="214" name="Google Shape;214;p27"/>
          <p:cNvSpPr txBox="1">
            <a:spLocks noGrp="1"/>
          </p:cNvSpPr>
          <p:nvPr>
            <p:ph type="body" idx="9"/>
          </p:nvPr>
        </p:nvSpPr>
        <p:spPr>
          <a:xfrm>
            <a:off x="7852442" y="4980854"/>
            <a:ext cx="3194968" cy="810345"/>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lt1"/>
              </a:buClr>
              <a:buSzPts val="1750"/>
              <a:buNone/>
              <a:defRPr sz="1400"/>
            </a:lvl1pPr>
            <a:lvl2pPr marL="914400" lvl="1" indent="-228600" algn="l">
              <a:lnSpc>
                <a:spcPct val="120000"/>
              </a:lnSpc>
              <a:spcBef>
                <a:spcPts val="500"/>
              </a:spcBef>
              <a:spcAft>
                <a:spcPts val="0"/>
              </a:spcAft>
              <a:buClr>
                <a:schemeClr val="lt1"/>
              </a:buClr>
              <a:buSzPts val="1500"/>
              <a:buNone/>
              <a:defRPr sz="1200"/>
            </a:lvl2pPr>
            <a:lvl3pPr marL="1371600" lvl="2" indent="-228600" algn="l">
              <a:lnSpc>
                <a:spcPct val="120000"/>
              </a:lnSpc>
              <a:spcBef>
                <a:spcPts val="500"/>
              </a:spcBef>
              <a:spcAft>
                <a:spcPts val="0"/>
              </a:spcAft>
              <a:buClr>
                <a:schemeClr val="lt1"/>
              </a:buClr>
              <a:buSzPts val="1250"/>
              <a:buNone/>
              <a:defRPr sz="1000"/>
            </a:lvl3pPr>
            <a:lvl4pPr marL="1828800" lvl="3" indent="-228600" algn="l">
              <a:lnSpc>
                <a:spcPct val="120000"/>
              </a:lnSpc>
              <a:spcBef>
                <a:spcPts val="500"/>
              </a:spcBef>
              <a:spcAft>
                <a:spcPts val="0"/>
              </a:spcAft>
              <a:buClr>
                <a:schemeClr val="lt1"/>
              </a:buClr>
              <a:buSzPts val="1125"/>
              <a:buNone/>
              <a:defRPr sz="900"/>
            </a:lvl4pPr>
            <a:lvl5pPr marL="2286000" lvl="4" indent="-228600" algn="l">
              <a:lnSpc>
                <a:spcPct val="120000"/>
              </a:lnSpc>
              <a:spcBef>
                <a:spcPts val="500"/>
              </a:spcBef>
              <a:spcAft>
                <a:spcPts val="0"/>
              </a:spcAft>
              <a:buClr>
                <a:schemeClr val="lt1"/>
              </a:buClr>
              <a:buSzPts val="1125"/>
              <a:buNone/>
              <a:defRPr sz="900"/>
            </a:lvl5pPr>
            <a:lvl6pPr marL="2743200" lvl="5" indent="-228600" algn="l">
              <a:lnSpc>
                <a:spcPct val="120000"/>
              </a:lnSpc>
              <a:spcBef>
                <a:spcPts val="500"/>
              </a:spcBef>
              <a:spcAft>
                <a:spcPts val="0"/>
              </a:spcAft>
              <a:buClr>
                <a:schemeClr val="lt1"/>
              </a:buClr>
              <a:buSzPts val="1125"/>
              <a:buNone/>
              <a:defRPr sz="900"/>
            </a:lvl6pPr>
            <a:lvl7pPr marL="3200400" lvl="6" indent="-228600" algn="l">
              <a:lnSpc>
                <a:spcPct val="120000"/>
              </a:lnSpc>
              <a:spcBef>
                <a:spcPts val="500"/>
              </a:spcBef>
              <a:spcAft>
                <a:spcPts val="0"/>
              </a:spcAft>
              <a:buClr>
                <a:schemeClr val="lt1"/>
              </a:buClr>
              <a:buSzPts val="1125"/>
              <a:buNone/>
              <a:defRPr sz="900"/>
            </a:lvl7pPr>
            <a:lvl8pPr marL="3657600" lvl="7" indent="-228600" algn="l">
              <a:lnSpc>
                <a:spcPct val="120000"/>
              </a:lnSpc>
              <a:spcBef>
                <a:spcPts val="500"/>
              </a:spcBef>
              <a:spcAft>
                <a:spcPts val="0"/>
              </a:spcAft>
              <a:buClr>
                <a:schemeClr val="lt1"/>
              </a:buClr>
              <a:buSzPts val="1125"/>
              <a:buNone/>
              <a:defRPr sz="900"/>
            </a:lvl8pPr>
            <a:lvl9pPr marL="4114800" lvl="8" indent="-228600" algn="l">
              <a:lnSpc>
                <a:spcPct val="120000"/>
              </a:lnSpc>
              <a:spcBef>
                <a:spcPts val="500"/>
              </a:spcBef>
              <a:spcAft>
                <a:spcPts val="0"/>
              </a:spcAft>
              <a:buClr>
                <a:schemeClr val="lt1"/>
              </a:buClr>
              <a:buSzPts val="1125"/>
              <a:buNone/>
              <a:defRPr sz="900"/>
            </a:lvl9pPr>
          </a:lstStyle>
          <a:p>
            <a:endParaRPr/>
          </a:p>
        </p:txBody>
      </p:sp>
      <p:sp>
        <p:nvSpPr>
          <p:cNvPr id="215" name="Google Shape;215;p27"/>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6" name="Google Shape;216;p27"/>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7" name="Google Shape;217;p27"/>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18"/>
        <p:cNvGrpSpPr/>
        <p:nvPr/>
      </p:nvGrpSpPr>
      <p:grpSpPr>
        <a:xfrm>
          <a:off x="0" y="0"/>
          <a:ext cx="0" cy="0"/>
          <a:chOff x="0" y="0"/>
          <a:chExt cx="0" cy="0"/>
        </a:xfrm>
      </p:grpSpPr>
      <p:sp>
        <p:nvSpPr>
          <p:cNvPr id="219" name="Google Shape;219;p28"/>
          <p:cNvSpPr txBox="1">
            <a:spLocks noGrp="1"/>
          </p:cNvSpPr>
          <p:nvPr>
            <p:ph type="title"/>
          </p:nvPr>
        </p:nvSpPr>
        <p:spPr>
          <a:xfrm>
            <a:off x="1141413" y="618518"/>
            <a:ext cx="9905998" cy="147857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0" name="Google Shape;220;p28"/>
          <p:cNvSpPr txBox="1">
            <a:spLocks noGrp="1"/>
          </p:cNvSpPr>
          <p:nvPr>
            <p:ph type="body" idx="1"/>
          </p:nvPr>
        </p:nvSpPr>
        <p:spPr>
          <a:xfrm rot="5400000">
            <a:off x="4323555" y="-932655"/>
            <a:ext cx="3541714" cy="9905999"/>
          </a:xfrm>
          <a:prstGeom prst="rect">
            <a:avLst/>
          </a:prstGeom>
          <a:noFill/>
          <a:ln>
            <a:noFill/>
          </a:ln>
        </p:spPr>
        <p:txBody>
          <a:bodyPr spcFirstLastPara="1" wrap="square" lIns="91425" tIns="45700" rIns="91425" bIns="45700" anchor="t" anchorCtr="0">
            <a:normAutofit/>
          </a:bodyPr>
          <a:lstStyle>
            <a:lvl1pPr marL="457200" lvl="0" indent="-371475" algn="l">
              <a:lnSpc>
                <a:spcPct val="120000"/>
              </a:lnSpc>
              <a:spcBef>
                <a:spcPts val="1000"/>
              </a:spcBef>
              <a:spcAft>
                <a:spcPts val="0"/>
              </a:spcAft>
              <a:buClr>
                <a:schemeClr val="lt1"/>
              </a:buClr>
              <a:buSzPts val="2250"/>
              <a:buChar char="•"/>
              <a:defRPr/>
            </a:lvl1pPr>
            <a:lvl2pPr marL="914400" lvl="1" indent="-371475" algn="l">
              <a:lnSpc>
                <a:spcPct val="120000"/>
              </a:lnSpc>
              <a:spcBef>
                <a:spcPts val="500"/>
              </a:spcBef>
              <a:spcAft>
                <a:spcPts val="0"/>
              </a:spcAft>
              <a:buClr>
                <a:schemeClr val="lt1"/>
              </a:buClr>
              <a:buSzPts val="2250"/>
              <a:buChar char="•"/>
              <a:defRPr/>
            </a:lvl2pPr>
            <a:lvl3pPr marL="1371600" lvl="2" indent="-371475" algn="l">
              <a:lnSpc>
                <a:spcPct val="120000"/>
              </a:lnSpc>
              <a:spcBef>
                <a:spcPts val="500"/>
              </a:spcBef>
              <a:spcAft>
                <a:spcPts val="0"/>
              </a:spcAft>
              <a:buClr>
                <a:schemeClr val="lt1"/>
              </a:buClr>
              <a:buSzPts val="2250"/>
              <a:buChar char="•"/>
              <a:defRPr/>
            </a:lvl3pPr>
            <a:lvl4pPr marL="1828800" lvl="3" indent="-371475" algn="l">
              <a:lnSpc>
                <a:spcPct val="120000"/>
              </a:lnSpc>
              <a:spcBef>
                <a:spcPts val="500"/>
              </a:spcBef>
              <a:spcAft>
                <a:spcPts val="0"/>
              </a:spcAft>
              <a:buClr>
                <a:schemeClr val="lt1"/>
              </a:buClr>
              <a:buSzPts val="2250"/>
              <a:buChar char="•"/>
              <a:defRPr/>
            </a:lvl4pPr>
            <a:lvl5pPr marL="2286000" lvl="4" indent="-371475" algn="l">
              <a:lnSpc>
                <a:spcPct val="120000"/>
              </a:lnSpc>
              <a:spcBef>
                <a:spcPts val="500"/>
              </a:spcBef>
              <a:spcAft>
                <a:spcPts val="0"/>
              </a:spcAft>
              <a:buClr>
                <a:schemeClr val="lt1"/>
              </a:buClr>
              <a:buSzPts val="2250"/>
              <a:buChar char="•"/>
              <a:defRPr/>
            </a:lvl5pPr>
            <a:lvl6pPr marL="2743200" lvl="5" indent="-371475" algn="l">
              <a:lnSpc>
                <a:spcPct val="120000"/>
              </a:lnSpc>
              <a:spcBef>
                <a:spcPts val="500"/>
              </a:spcBef>
              <a:spcAft>
                <a:spcPts val="0"/>
              </a:spcAft>
              <a:buClr>
                <a:schemeClr val="lt1"/>
              </a:buClr>
              <a:buSzPts val="2250"/>
              <a:buChar char="•"/>
              <a:defRPr/>
            </a:lvl6pPr>
            <a:lvl7pPr marL="3200400" lvl="6" indent="-371475" algn="l">
              <a:lnSpc>
                <a:spcPct val="120000"/>
              </a:lnSpc>
              <a:spcBef>
                <a:spcPts val="500"/>
              </a:spcBef>
              <a:spcAft>
                <a:spcPts val="0"/>
              </a:spcAft>
              <a:buClr>
                <a:schemeClr val="lt1"/>
              </a:buClr>
              <a:buSzPts val="2250"/>
              <a:buChar char="•"/>
              <a:defRPr/>
            </a:lvl7pPr>
            <a:lvl8pPr marL="3657600" lvl="7" indent="-371475" algn="l">
              <a:lnSpc>
                <a:spcPct val="120000"/>
              </a:lnSpc>
              <a:spcBef>
                <a:spcPts val="500"/>
              </a:spcBef>
              <a:spcAft>
                <a:spcPts val="0"/>
              </a:spcAft>
              <a:buClr>
                <a:schemeClr val="lt1"/>
              </a:buClr>
              <a:buSzPts val="2250"/>
              <a:buChar char="•"/>
              <a:defRPr/>
            </a:lvl8pPr>
            <a:lvl9pPr marL="4114800" lvl="8" indent="-371475" algn="l">
              <a:lnSpc>
                <a:spcPct val="120000"/>
              </a:lnSpc>
              <a:spcBef>
                <a:spcPts val="500"/>
              </a:spcBef>
              <a:spcAft>
                <a:spcPts val="0"/>
              </a:spcAft>
              <a:buClr>
                <a:schemeClr val="lt1"/>
              </a:buClr>
              <a:buSzPts val="2250"/>
              <a:buChar char="•"/>
              <a:defRPr/>
            </a:lvl9pPr>
          </a:lstStyle>
          <a:p>
            <a:endParaRPr/>
          </a:p>
        </p:txBody>
      </p:sp>
      <p:sp>
        <p:nvSpPr>
          <p:cNvPr id="221" name="Google Shape;221;p28"/>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2" name="Google Shape;222;p28"/>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3" name="Google Shape;223;p28"/>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24"/>
        <p:cNvGrpSpPr/>
        <p:nvPr/>
      </p:nvGrpSpPr>
      <p:grpSpPr>
        <a:xfrm>
          <a:off x="0" y="0"/>
          <a:ext cx="0" cy="0"/>
          <a:chOff x="0" y="0"/>
          <a:chExt cx="0" cy="0"/>
        </a:xfrm>
      </p:grpSpPr>
      <p:sp>
        <p:nvSpPr>
          <p:cNvPr id="225" name="Google Shape;225;p29"/>
          <p:cNvSpPr txBox="1">
            <a:spLocks noGrp="1"/>
          </p:cNvSpPr>
          <p:nvPr>
            <p:ph type="title"/>
          </p:nvPr>
        </p:nvSpPr>
        <p:spPr>
          <a:xfrm rot="5400000">
            <a:off x="7454105" y="2197894"/>
            <a:ext cx="5181601" cy="200501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6" name="Google Shape;226;p29"/>
          <p:cNvSpPr txBox="1">
            <a:spLocks noGrp="1"/>
          </p:cNvSpPr>
          <p:nvPr>
            <p:ph type="body" idx="1"/>
          </p:nvPr>
        </p:nvSpPr>
        <p:spPr>
          <a:xfrm rot="5400000">
            <a:off x="2424905" y="-673895"/>
            <a:ext cx="5181601" cy="7748590"/>
          </a:xfrm>
          <a:prstGeom prst="rect">
            <a:avLst/>
          </a:prstGeom>
          <a:noFill/>
          <a:ln>
            <a:noFill/>
          </a:ln>
        </p:spPr>
        <p:txBody>
          <a:bodyPr spcFirstLastPara="1" wrap="square" lIns="91425" tIns="45700" rIns="91425" bIns="45700" anchor="t" anchorCtr="0">
            <a:normAutofit/>
          </a:bodyPr>
          <a:lstStyle>
            <a:lvl1pPr marL="457200" lvl="0" indent="-371475" algn="l">
              <a:lnSpc>
                <a:spcPct val="120000"/>
              </a:lnSpc>
              <a:spcBef>
                <a:spcPts val="1000"/>
              </a:spcBef>
              <a:spcAft>
                <a:spcPts val="0"/>
              </a:spcAft>
              <a:buClr>
                <a:schemeClr val="lt1"/>
              </a:buClr>
              <a:buSzPts val="2250"/>
              <a:buChar char="•"/>
              <a:defRPr/>
            </a:lvl1pPr>
            <a:lvl2pPr marL="914400" lvl="1" indent="-371475" algn="l">
              <a:lnSpc>
                <a:spcPct val="120000"/>
              </a:lnSpc>
              <a:spcBef>
                <a:spcPts val="500"/>
              </a:spcBef>
              <a:spcAft>
                <a:spcPts val="0"/>
              </a:spcAft>
              <a:buClr>
                <a:schemeClr val="lt1"/>
              </a:buClr>
              <a:buSzPts val="2250"/>
              <a:buChar char="•"/>
              <a:defRPr/>
            </a:lvl2pPr>
            <a:lvl3pPr marL="1371600" lvl="2" indent="-371475" algn="l">
              <a:lnSpc>
                <a:spcPct val="120000"/>
              </a:lnSpc>
              <a:spcBef>
                <a:spcPts val="500"/>
              </a:spcBef>
              <a:spcAft>
                <a:spcPts val="0"/>
              </a:spcAft>
              <a:buClr>
                <a:schemeClr val="lt1"/>
              </a:buClr>
              <a:buSzPts val="2250"/>
              <a:buChar char="•"/>
              <a:defRPr/>
            </a:lvl3pPr>
            <a:lvl4pPr marL="1828800" lvl="3" indent="-371475" algn="l">
              <a:lnSpc>
                <a:spcPct val="120000"/>
              </a:lnSpc>
              <a:spcBef>
                <a:spcPts val="500"/>
              </a:spcBef>
              <a:spcAft>
                <a:spcPts val="0"/>
              </a:spcAft>
              <a:buClr>
                <a:schemeClr val="lt1"/>
              </a:buClr>
              <a:buSzPts val="2250"/>
              <a:buChar char="•"/>
              <a:defRPr/>
            </a:lvl4pPr>
            <a:lvl5pPr marL="2286000" lvl="4" indent="-371475" algn="l">
              <a:lnSpc>
                <a:spcPct val="120000"/>
              </a:lnSpc>
              <a:spcBef>
                <a:spcPts val="500"/>
              </a:spcBef>
              <a:spcAft>
                <a:spcPts val="0"/>
              </a:spcAft>
              <a:buClr>
                <a:schemeClr val="lt1"/>
              </a:buClr>
              <a:buSzPts val="2250"/>
              <a:buChar char="•"/>
              <a:defRPr/>
            </a:lvl5pPr>
            <a:lvl6pPr marL="2743200" lvl="5" indent="-371475" algn="l">
              <a:lnSpc>
                <a:spcPct val="120000"/>
              </a:lnSpc>
              <a:spcBef>
                <a:spcPts val="500"/>
              </a:spcBef>
              <a:spcAft>
                <a:spcPts val="0"/>
              </a:spcAft>
              <a:buClr>
                <a:schemeClr val="lt1"/>
              </a:buClr>
              <a:buSzPts val="2250"/>
              <a:buChar char="•"/>
              <a:defRPr/>
            </a:lvl6pPr>
            <a:lvl7pPr marL="3200400" lvl="6" indent="-371475" algn="l">
              <a:lnSpc>
                <a:spcPct val="120000"/>
              </a:lnSpc>
              <a:spcBef>
                <a:spcPts val="500"/>
              </a:spcBef>
              <a:spcAft>
                <a:spcPts val="0"/>
              </a:spcAft>
              <a:buClr>
                <a:schemeClr val="lt1"/>
              </a:buClr>
              <a:buSzPts val="2250"/>
              <a:buChar char="•"/>
              <a:defRPr/>
            </a:lvl7pPr>
            <a:lvl8pPr marL="3657600" lvl="7" indent="-371475" algn="l">
              <a:lnSpc>
                <a:spcPct val="120000"/>
              </a:lnSpc>
              <a:spcBef>
                <a:spcPts val="500"/>
              </a:spcBef>
              <a:spcAft>
                <a:spcPts val="0"/>
              </a:spcAft>
              <a:buClr>
                <a:schemeClr val="lt1"/>
              </a:buClr>
              <a:buSzPts val="2250"/>
              <a:buChar char="•"/>
              <a:defRPr/>
            </a:lvl8pPr>
            <a:lvl9pPr marL="4114800" lvl="8" indent="-371475" algn="l">
              <a:lnSpc>
                <a:spcPct val="120000"/>
              </a:lnSpc>
              <a:spcBef>
                <a:spcPts val="500"/>
              </a:spcBef>
              <a:spcAft>
                <a:spcPts val="0"/>
              </a:spcAft>
              <a:buClr>
                <a:schemeClr val="lt1"/>
              </a:buClr>
              <a:buSzPts val="2250"/>
              <a:buChar char="•"/>
              <a:defRPr/>
            </a:lvl9pPr>
          </a:lstStyle>
          <a:p>
            <a:endParaRPr/>
          </a:p>
        </p:txBody>
      </p:sp>
      <p:sp>
        <p:nvSpPr>
          <p:cNvPr id="227" name="Google Shape;227;p29"/>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8" name="Google Shape;228;p29"/>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29"/>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9">
            <a:alphaModFix/>
          </a:blip>
          <a:stretch>
            <a:fillRect/>
          </a:stretch>
        </a:blipFill>
        <a:effectLst/>
      </p:bgPr>
    </p:bg>
    <p:spTree>
      <p:nvGrpSpPr>
        <p:cNvPr id="1" name="Shape 5"/>
        <p:cNvGrpSpPr/>
        <p:nvPr/>
      </p:nvGrpSpPr>
      <p:grpSpPr>
        <a:xfrm>
          <a:off x="0" y="0"/>
          <a:ext cx="0" cy="0"/>
          <a:chOff x="0" y="0"/>
          <a:chExt cx="0" cy="0"/>
        </a:xfrm>
      </p:grpSpPr>
      <p:pic>
        <p:nvPicPr>
          <p:cNvPr id="6" name="Google Shape;6;p12" descr="\\DROBO-FS\QuickDrops\JB\PPTX NG\Droplets\LightingOverlay.png"/>
          <p:cNvPicPr preferRelativeResize="0"/>
          <p:nvPr/>
        </p:nvPicPr>
        <p:blipFill rotWithShape="1">
          <a:blip r:embed="rId20">
            <a:alphaModFix amt="30000"/>
          </a:blip>
          <a:srcRect/>
          <a:stretch/>
        </p:blipFill>
        <p:spPr>
          <a:xfrm>
            <a:off x="0" y="-1"/>
            <a:ext cx="12192003" cy="6858001"/>
          </a:xfrm>
          <a:prstGeom prst="rect">
            <a:avLst/>
          </a:prstGeom>
          <a:noFill/>
          <a:ln>
            <a:noFill/>
          </a:ln>
        </p:spPr>
      </p:pic>
      <p:grpSp>
        <p:nvGrpSpPr>
          <p:cNvPr id="7" name="Google Shape;7;p12"/>
          <p:cNvGrpSpPr/>
          <p:nvPr/>
        </p:nvGrpSpPr>
        <p:grpSpPr>
          <a:xfrm>
            <a:off x="-14288" y="0"/>
            <a:ext cx="12053888" cy="6858001"/>
            <a:chOff x="-14288" y="0"/>
            <a:chExt cx="12053888" cy="6858001"/>
          </a:xfrm>
        </p:grpSpPr>
        <p:grpSp>
          <p:nvGrpSpPr>
            <p:cNvPr id="8" name="Google Shape;8;p12"/>
            <p:cNvGrpSpPr/>
            <p:nvPr/>
          </p:nvGrpSpPr>
          <p:grpSpPr>
            <a:xfrm>
              <a:off x="-14288" y="0"/>
              <a:ext cx="1220788" cy="6858001"/>
              <a:chOff x="-14288" y="0"/>
              <a:chExt cx="1220788" cy="6858001"/>
            </a:xfrm>
          </p:grpSpPr>
          <p:sp>
            <p:nvSpPr>
              <p:cNvPr id="9" name="Google Shape;9;p12"/>
              <p:cNvSpPr/>
              <p:nvPr/>
            </p:nvSpPr>
            <p:spPr>
              <a:xfrm>
                <a:off x="114300" y="4763"/>
                <a:ext cx="23813" cy="2181225"/>
              </a:xfrm>
              <a:prstGeom prst="rect">
                <a:avLst/>
              </a:prstGeom>
              <a:gradFill>
                <a:gsLst>
                  <a:gs pos="0">
                    <a:schemeClr val="lt2"/>
                  </a:gs>
                  <a:gs pos="100000">
                    <a:srgbClr val="3B95DE"/>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12"/>
              <p:cNvSpPr/>
              <p:nvPr/>
            </p:nvSpPr>
            <p:spPr>
              <a:xfrm>
                <a:off x="33337" y="2176463"/>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lt2"/>
                  </a:gs>
                  <a:gs pos="100000">
                    <a:srgbClr val="3B95DE"/>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12"/>
              <p:cNvSpPr/>
              <p:nvPr/>
            </p:nvSpPr>
            <p:spPr>
              <a:xfrm>
                <a:off x="28575" y="4021138"/>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lt2"/>
                  </a:gs>
                  <a:gs pos="100000">
                    <a:srgbClr val="3B95DE"/>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12"/>
              <p:cNvSpPr/>
              <p:nvPr/>
            </p:nvSpPr>
            <p:spPr>
              <a:xfrm>
                <a:off x="200025" y="4763"/>
                <a:ext cx="369888" cy="1811338"/>
              </a:xfrm>
              <a:custGeom>
                <a:avLst/>
                <a:gdLst/>
                <a:ahLst/>
                <a:cxnLst/>
                <a:rect l="l" t="t" r="r" b="b"/>
                <a:pathLst>
                  <a:path w="233" h="1141" extrusionOk="0">
                    <a:moveTo>
                      <a:pt x="218" y="1141"/>
                    </a:moveTo>
                    <a:lnTo>
                      <a:pt x="0" y="626"/>
                    </a:lnTo>
                    <a:lnTo>
                      <a:pt x="0" y="0"/>
                    </a:lnTo>
                    <a:lnTo>
                      <a:pt x="15" y="0"/>
                    </a:lnTo>
                    <a:lnTo>
                      <a:pt x="15" y="623"/>
                    </a:lnTo>
                    <a:lnTo>
                      <a:pt x="233" y="1135"/>
                    </a:lnTo>
                    <a:lnTo>
                      <a:pt x="218" y="1141"/>
                    </a:lnTo>
                    <a:close/>
                  </a:path>
                </a:pathLst>
              </a:custGeom>
              <a:gradFill>
                <a:gsLst>
                  <a:gs pos="0">
                    <a:schemeClr val="lt2"/>
                  </a:gs>
                  <a:gs pos="100000">
                    <a:srgbClr val="3B95DE"/>
                  </a:gs>
                </a:gsLst>
                <a:lin ang="5400000" scaled="0"/>
              </a:gradFill>
              <a:ln>
                <a:noFill/>
              </a:ln>
            </p:spPr>
          </p:sp>
          <p:sp>
            <p:nvSpPr>
              <p:cNvPr id="13" name="Google Shape;13;p12"/>
              <p:cNvSpPr/>
              <p:nvPr/>
            </p:nvSpPr>
            <p:spPr>
              <a:xfrm>
                <a:off x="503237" y="1801813"/>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a:gsLst>
                  <a:gs pos="0">
                    <a:schemeClr val="lt2"/>
                  </a:gs>
                  <a:gs pos="100000">
                    <a:srgbClr val="3B95DE"/>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12"/>
              <p:cNvSpPr/>
              <p:nvPr/>
            </p:nvSpPr>
            <p:spPr>
              <a:xfrm>
                <a:off x="285750" y="4763"/>
                <a:ext cx="369888" cy="1430338"/>
              </a:xfrm>
              <a:custGeom>
                <a:avLst/>
                <a:gdLst/>
                <a:ahLst/>
                <a:cxnLst/>
                <a:rect l="l" t="t" r="r" b="b"/>
                <a:pathLst>
                  <a:path w="233" h="901" extrusionOk="0">
                    <a:moveTo>
                      <a:pt x="221" y="901"/>
                    </a:moveTo>
                    <a:lnTo>
                      <a:pt x="0" y="383"/>
                    </a:lnTo>
                    <a:lnTo>
                      <a:pt x="0" y="0"/>
                    </a:lnTo>
                    <a:lnTo>
                      <a:pt x="18" y="0"/>
                    </a:lnTo>
                    <a:lnTo>
                      <a:pt x="18" y="380"/>
                    </a:lnTo>
                    <a:lnTo>
                      <a:pt x="233" y="895"/>
                    </a:lnTo>
                    <a:lnTo>
                      <a:pt x="221" y="901"/>
                    </a:lnTo>
                    <a:close/>
                  </a:path>
                </a:pathLst>
              </a:custGeom>
              <a:gradFill>
                <a:gsLst>
                  <a:gs pos="0">
                    <a:schemeClr val="lt2"/>
                  </a:gs>
                  <a:gs pos="100000">
                    <a:srgbClr val="3B95DE"/>
                  </a:gs>
                </a:gsLst>
                <a:lin ang="5400000" scaled="0"/>
              </a:gradFill>
              <a:ln>
                <a:noFill/>
              </a:ln>
            </p:spPr>
          </p:sp>
          <p:sp>
            <p:nvSpPr>
              <p:cNvPr id="15" name="Google Shape;15;p12"/>
              <p:cNvSpPr/>
              <p:nvPr/>
            </p:nvSpPr>
            <p:spPr>
              <a:xfrm>
                <a:off x="546100" y="0"/>
                <a:ext cx="152400" cy="912813"/>
              </a:xfrm>
              <a:custGeom>
                <a:avLst/>
                <a:gdLst/>
                <a:ahLst/>
                <a:cxnLst/>
                <a:rect l="l" t="t" r="r" b="b"/>
                <a:pathLst>
                  <a:path w="96" h="575" extrusionOk="0">
                    <a:moveTo>
                      <a:pt x="96" y="575"/>
                    </a:moveTo>
                    <a:lnTo>
                      <a:pt x="78" y="575"/>
                    </a:lnTo>
                    <a:lnTo>
                      <a:pt x="78" y="192"/>
                    </a:lnTo>
                    <a:lnTo>
                      <a:pt x="0" y="6"/>
                    </a:lnTo>
                    <a:lnTo>
                      <a:pt x="15" y="0"/>
                    </a:lnTo>
                    <a:lnTo>
                      <a:pt x="96" y="189"/>
                    </a:lnTo>
                    <a:lnTo>
                      <a:pt x="96" y="575"/>
                    </a:lnTo>
                    <a:close/>
                  </a:path>
                </a:pathLst>
              </a:custGeom>
              <a:gradFill>
                <a:gsLst>
                  <a:gs pos="0">
                    <a:schemeClr val="lt2"/>
                  </a:gs>
                  <a:gs pos="100000">
                    <a:srgbClr val="3B95DE"/>
                  </a:gs>
                </a:gsLst>
                <a:lin ang="5400000" scaled="0"/>
              </a:gradFill>
              <a:ln>
                <a:noFill/>
              </a:ln>
            </p:spPr>
          </p:sp>
          <p:sp>
            <p:nvSpPr>
              <p:cNvPr id="16" name="Google Shape;16;p12"/>
              <p:cNvSpPr/>
              <p:nvPr/>
            </p:nvSpPr>
            <p:spPr>
              <a:xfrm>
                <a:off x="588962" y="1420813"/>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a:gsLst>
                  <a:gs pos="0">
                    <a:schemeClr val="lt2"/>
                  </a:gs>
                  <a:gs pos="100000">
                    <a:srgbClr val="3B95DE"/>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12"/>
              <p:cNvSpPr/>
              <p:nvPr/>
            </p:nvSpPr>
            <p:spPr>
              <a:xfrm>
                <a:off x="588962" y="903288"/>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3B95DE"/>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12"/>
              <p:cNvSpPr/>
              <p:nvPr/>
            </p:nvSpPr>
            <p:spPr>
              <a:xfrm>
                <a:off x="641350" y="0"/>
                <a:ext cx="422275" cy="527050"/>
              </a:xfrm>
              <a:custGeom>
                <a:avLst/>
                <a:gdLst/>
                <a:ahLst/>
                <a:cxnLst/>
                <a:rect l="l" t="t" r="r" b="b"/>
                <a:pathLst>
                  <a:path w="266" h="332" extrusionOk="0">
                    <a:moveTo>
                      <a:pt x="257" y="332"/>
                    </a:moveTo>
                    <a:lnTo>
                      <a:pt x="48" y="123"/>
                    </a:lnTo>
                    <a:lnTo>
                      <a:pt x="0" y="6"/>
                    </a:lnTo>
                    <a:lnTo>
                      <a:pt x="15" y="0"/>
                    </a:lnTo>
                    <a:lnTo>
                      <a:pt x="63" y="114"/>
                    </a:lnTo>
                    <a:lnTo>
                      <a:pt x="266" y="320"/>
                    </a:lnTo>
                    <a:lnTo>
                      <a:pt x="257" y="332"/>
                    </a:lnTo>
                    <a:close/>
                  </a:path>
                </a:pathLst>
              </a:custGeom>
              <a:gradFill>
                <a:gsLst>
                  <a:gs pos="0">
                    <a:schemeClr val="lt2"/>
                  </a:gs>
                  <a:gs pos="100000">
                    <a:srgbClr val="3B95DE"/>
                  </a:gs>
                </a:gsLst>
                <a:lin ang="5400000" scaled="0"/>
              </a:gradFill>
              <a:ln>
                <a:noFill/>
              </a:ln>
            </p:spPr>
          </p:sp>
          <p:sp>
            <p:nvSpPr>
              <p:cNvPr id="19" name="Google Shape;19;p12"/>
              <p:cNvSpPr/>
              <p:nvPr/>
            </p:nvSpPr>
            <p:spPr>
              <a:xfrm>
                <a:off x="1020762" y="488950"/>
                <a:ext cx="161925" cy="147638"/>
              </a:xfrm>
              <a:custGeom>
                <a:avLst/>
                <a:gdLst/>
                <a:ahLst/>
                <a:cxnLst/>
                <a:rect l="l" t="t" r="r" b="b"/>
                <a:pathLst>
                  <a:path w="34" h="31" extrusionOk="0">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a:gsLst>
                  <a:gs pos="0">
                    <a:schemeClr val="lt2"/>
                  </a:gs>
                  <a:gs pos="100000">
                    <a:srgbClr val="3B95DE"/>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 name="Google Shape;20;p12"/>
              <p:cNvCxnSpPr/>
              <p:nvPr/>
            </p:nvCxnSpPr>
            <p:spPr>
              <a:xfrm>
                <a:off x="-4763" y="9525"/>
                <a:ext cx="0" cy="0"/>
              </a:xfrm>
              <a:prstGeom prst="straightConnector1">
                <a:avLst/>
              </a:prstGeom>
              <a:gradFill>
                <a:gsLst>
                  <a:gs pos="0">
                    <a:schemeClr val="lt2"/>
                  </a:gs>
                  <a:gs pos="100000">
                    <a:srgbClr val="3B95DE"/>
                  </a:gs>
                </a:gsLst>
                <a:lin ang="5400000" scaled="0"/>
              </a:gradFill>
              <a:ln w="9525" cap="flat" cmpd="sng">
                <a:solidFill>
                  <a:srgbClr val="FFFFFF"/>
                </a:solidFill>
                <a:prstDash val="solid"/>
                <a:miter lim="800000"/>
                <a:headEnd type="none" w="med" len="med"/>
                <a:tailEnd type="none" w="med" len="med"/>
              </a:ln>
            </p:spPr>
          </p:cxnSp>
          <p:sp>
            <p:nvSpPr>
              <p:cNvPr id="21" name="Google Shape;21;p12"/>
              <p:cNvSpPr/>
              <p:nvPr/>
            </p:nvSpPr>
            <p:spPr>
              <a:xfrm>
                <a:off x="9525" y="1801813"/>
                <a:ext cx="123825" cy="127000"/>
              </a:xfrm>
              <a:custGeom>
                <a:avLst/>
                <a:gdLst/>
                <a:ahLst/>
                <a:cxnLst/>
                <a:rect l="l" t="t" r="r" b="b"/>
                <a:pathLst>
                  <a:path w="78" h="80" extrusionOk="0">
                    <a:moveTo>
                      <a:pt x="6" y="80"/>
                    </a:moveTo>
                    <a:lnTo>
                      <a:pt x="0" y="71"/>
                    </a:lnTo>
                    <a:lnTo>
                      <a:pt x="69" y="0"/>
                    </a:lnTo>
                    <a:lnTo>
                      <a:pt x="78" y="9"/>
                    </a:lnTo>
                    <a:lnTo>
                      <a:pt x="6" y="80"/>
                    </a:lnTo>
                    <a:close/>
                  </a:path>
                </a:pathLst>
              </a:custGeom>
              <a:gradFill>
                <a:gsLst>
                  <a:gs pos="0">
                    <a:schemeClr val="lt2"/>
                  </a:gs>
                  <a:gs pos="100000">
                    <a:srgbClr val="3B95DE"/>
                  </a:gs>
                </a:gsLst>
                <a:lin ang="5400000" scaled="0"/>
              </a:gradFill>
              <a:ln>
                <a:noFill/>
              </a:ln>
            </p:spPr>
          </p:sp>
          <p:sp>
            <p:nvSpPr>
              <p:cNvPr id="22" name="Google Shape;22;p12"/>
              <p:cNvSpPr/>
              <p:nvPr/>
            </p:nvSpPr>
            <p:spPr>
              <a:xfrm>
                <a:off x="-9525" y="3549650"/>
                <a:ext cx="147638" cy="481013"/>
              </a:xfrm>
              <a:custGeom>
                <a:avLst/>
                <a:gdLst/>
                <a:ahLst/>
                <a:cxnLst/>
                <a:rect l="l" t="t" r="r" b="b"/>
                <a:pathLst>
                  <a:path w="93" h="303" extrusionOk="0">
                    <a:moveTo>
                      <a:pt x="93" y="303"/>
                    </a:moveTo>
                    <a:lnTo>
                      <a:pt x="78" y="303"/>
                    </a:lnTo>
                    <a:lnTo>
                      <a:pt x="78" y="78"/>
                    </a:lnTo>
                    <a:lnTo>
                      <a:pt x="0" y="12"/>
                    </a:lnTo>
                    <a:lnTo>
                      <a:pt x="12" y="0"/>
                    </a:lnTo>
                    <a:lnTo>
                      <a:pt x="93" y="69"/>
                    </a:lnTo>
                    <a:lnTo>
                      <a:pt x="93" y="303"/>
                    </a:lnTo>
                    <a:close/>
                  </a:path>
                </a:pathLst>
              </a:custGeom>
              <a:gradFill>
                <a:gsLst>
                  <a:gs pos="0">
                    <a:schemeClr val="lt2"/>
                  </a:gs>
                  <a:gs pos="100000">
                    <a:srgbClr val="3B95DE"/>
                  </a:gs>
                </a:gsLst>
                <a:lin ang="5400000" scaled="0"/>
              </a:gradFill>
              <a:ln>
                <a:noFill/>
              </a:ln>
            </p:spPr>
          </p:sp>
          <p:sp>
            <p:nvSpPr>
              <p:cNvPr id="23" name="Google Shape;23;p12"/>
              <p:cNvSpPr/>
              <p:nvPr/>
            </p:nvSpPr>
            <p:spPr>
              <a:xfrm>
                <a:off x="128587" y="1382713"/>
                <a:ext cx="142875" cy="476250"/>
              </a:xfrm>
              <a:custGeom>
                <a:avLst/>
                <a:gdLst/>
                <a:ahLst/>
                <a:cxnLst/>
                <a:rect l="l" t="t" r="r" b="b"/>
                <a:pathLst>
                  <a:path w="90" h="300" extrusionOk="0">
                    <a:moveTo>
                      <a:pt x="90" y="300"/>
                    </a:moveTo>
                    <a:lnTo>
                      <a:pt x="78" y="300"/>
                    </a:lnTo>
                    <a:lnTo>
                      <a:pt x="78" y="84"/>
                    </a:lnTo>
                    <a:lnTo>
                      <a:pt x="0" y="9"/>
                    </a:lnTo>
                    <a:lnTo>
                      <a:pt x="9" y="0"/>
                    </a:lnTo>
                    <a:lnTo>
                      <a:pt x="90" y="81"/>
                    </a:lnTo>
                    <a:lnTo>
                      <a:pt x="90" y="300"/>
                    </a:lnTo>
                    <a:close/>
                  </a:path>
                </a:pathLst>
              </a:custGeom>
              <a:gradFill>
                <a:gsLst>
                  <a:gs pos="0">
                    <a:schemeClr val="lt2"/>
                  </a:gs>
                  <a:gs pos="100000">
                    <a:srgbClr val="3B95DE"/>
                  </a:gs>
                </a:gsLst>
                <a:lin ang="5400000" scaled="0"/>
              </a:gradFill>
              <a:ln>
                <a:noFill/>
              </a:ln>
            </p:spPr>
          </p:sp>
          <p:sp>
            <p:nvSpPr>
              <p:cNvPr id="24" name="Google Shape;24;p12"/>
              <p:cNvSpPr/>
              <p:nvPr/>
            </p:nvSpPr>
            <p:spPr>
              <a:xfrm>
                <a:off x="204787" y="1849438"/>
                <a:ext cx="114300" cy="107950"/>
              </a:xfrm>
              <a:custGeom>
                <a:avLst/>
                <a:gdLst/>
                <a:ahLst/>
                <a:cxnLst/>
                <a:rect l="l" t="t" r="r" b="b"/>
                <a:pathLst>
                  <a:path w="24" h="23" extrusionOk="0">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a:gsLst>
                  <a:gs pos="0">
                    <a:schemeClr val="lt2"/>
                  </a:gs>
                  <a:gs pos="100000">
                    <a:srgbClr val="3B95DE"/>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12"/>
              <p:cNvSpPr/>
              <p:nvPr/>
            </p:nvSpPr>
            <p:spPr>
              <a:xfrm>
                <a:off x="133350" y="4662488"/>
                <a:ext cx="23813" cy="2181225"/>
              </a:xfrm>
              <a:prstGeom prst="rect">
                <a:avLst/>
              </a:prstGeom>
              <a:gradFill>
                <a:gsLst>
                  <a:gs pos="0">
                    <a:schemeClr val="lt2"/>
                  </a:gs>
                  <a:gs pos="100000">
                    <a:srgbClr val="3B95DE"/>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12"/>
              <p:cNvSpPr/>
              <p:nvPr/>
            </p:nvSpPr>
            <p:spPr>
              <a:xfrm>
                <a:off x="223837" y="5041900"/>
                <a:ext cx="369888" cy="1801813"/>
              </a:xfrm>
              <a:custGeom>
                <a:avLst/>
                <a:gdLst/>
                <a:ahLst/>
                <a:cxnLst/>
                <a:rect l="l" t="t" r="r" b="b"/>
                <a:pathLst>
                  <a:path w="233" h="1135" extrusionOk="0">
                    <a:moveTo>
                      <a:pt x="15" y="1135"/>
                    </a:moveTo>
                    <a:lnTo>
                      <a:pt x="0" y="1135"/>
                    </a:lnTo>
                    <a:lnTo>
                      <a:pt x="0" y="515"/>
                    </a:lnTo>
                    <a:lnTo>
                      <a:pt x="0" y="512"/>
                    </a:lnTo>
                    <a:lnTo>
                      <a:pt x="218" y="0"/>
                    </a:lnTo>
                    <a:lnTo>
                      <a:pt x="233" y="6"/>
                    </a:lnTo>
                    <a:lnTo>
                      <a:pt x="15" y="518"/>
                    </a:lnTo>
                    <a:lnTo>
                      <a:pt x="15" y="1135"/>
                    </a:lnTo>
                    <a:close/>
                  </a:path>
                </a:pathLst>
              </a:custGeom>
              <a:gradFill>
                <a:gsLst>
                  <a:gs pos="0">
                    <a:schemeClr val="lt2"/>
                  </a:gs>
                  <a:gs pos="100000">
                    <a:srgbClr val="3B95DE"/>
                  </a:gs>
                </a:gsLst>
                <a:lin ang="5400000" scaled="0"/>
              </a:gradFill>
              <a:ln>
                <a:noFill/>
              </a:ln>
            </p:spPr>
          </p:sp>
          <p:sp>
            <p:nvSpPr>
              <p:cNvPr id="27" name="Google Shape;27;p12"/>
              <p:cNvSpPr/>
              <p:nvPr/>
            </p:nvSpPr>
            <p:spPr>
              <a:xfrm>
                <a:off x="52387" y="4481513"/>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lt2"/>
                  </a:gs>
                  <a:gs pos="100000">
                    <a:srgbClr val="3B95DE"/>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12"/>
              <p:cNvSpPr/>
              <p:nvPr/>
            </p:nvSpPr>
            <p:spPr>
              <a:xfrm>
                <a:off x="-14288" y="5627688"/>
                <a:ext cx="85725" cy="1216025"/>
              </a:xfrm>
              <a:custGeom>
                <a:avLst/>
                <a:gdLst/>
                <a:ahLst/>
                <a:cxnLst/>
                <a:rect l="l" t="t" r="r" b="b"/>
                <a:pathLst>
                  <a:path w="54" h="766" extrusionOk="0">
                    <a:moveTo>
                      <a:pt x="54" y="766"/>
                    </a:moveTo>
                    <a:lnTo>
                      <a:pt x="36" y="766"/>
                    </a:lnTo>
                    <a:lnTo>
                      <a:pt x="36" y="149"/>
                    </a:lnTo>
                    <a:lnTo>
                      <a:pt x="0" y="3"/>
                    </a:lnTo>
                    <a:lnTo>
                      <a:pt x="18" y="0"/>
                    </a:lnTo>
                    <a:lnTo>
                      <a:pt x="54" y="146"/>
                    </a:lnTo>
                    <a:lnTo>
                      <a:pt x="54" y="766"/>
                    </a:lnTo>
                    <a:close/>
                  </a:path>
                </a:pathLst>
              </a:custGeom>
              <a:gradFill>
                <a:gsLst>
                  <a:gs pos="0">
                    <a:schemeClr val="lt2"/>
                  </a:gs>
                  <a:gs pos="100000">
                    <a:srgbClr val="3B95DE"/>
                  </a:gs>
                </a:gsLst>
                <a:lin ang="5400000" scaled="0"/>
              </a:gradFill>
              <a:ln>
                <a:noFill/>
              </a:ln>
            </p:spPr>
          </p:sp>
          <p:sp>
            <p:nvSpPr>
              <p:cNvPr id="29" name="Google Shape;29;p12"/>
              <p:cNvSpPr/>
              <p:nvPr/>
            </p:nvSpPr>
            <p:spPr>
              <a:xfrm>
                <a:off x="527050" y="4867275"/>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3B95DE"/>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12"/>
              <p:cNvSpPr/>
              <p:nvPr/>
            </p:nvSpPr>
            <p:spPr>
              <a:xfrm>
                <a:off x="309562" y="5422900"/>
                <a:ext cx="374650" cy="1425575"/>
              </a:xfrm>
              <a:custGeom>
                <a:avLst/>
                <a:gdLst/>
                <a:ahLst/>
                <a:cxnLst/>
                <a:rect l="l" t="t" r="r" b="b"/>
                <a:pathLst>
                  <a:path w="236" h="898" extrusionOk="0">
                    <a:moveTo>
                      <a:pt x="18" y="898"/>
                    </a:moveTo>
                    <a:lnTo>
                      <a:pt x="0" y="898"/>
                    </a:lnTo>
                    <a:lnTo>
                      <a:pt x="0" y="515"/>
                    </a:lnTo>
                    <a:lnTo>
                      <a:pt x="3" y="512"/>
                    </a:lnTo>
                    <a:lnTo>
                      <a:pt x="221" y="0"/>
                    </a:lnTo>
                    <a:lnTo>
                      <a:pt x="236" y="6"/>
                    </a:lnTo>
                    <a:lnTo>
                      <a:pt x="18" y="518"/>
                    </a:lnTo>
                    <a:lnTo>
                      <a:pt x="18" y="898"/>
                    </a:lnTo>
                    <a:close/>
                  </a:path>
                </a:pathLst>
              </a:custGeom>
              <a:gradFill>
                <a:gsLst>
                  <a:gs pos="0">
                    <a:schemeClr val="lt2"/>
                  </a:gs>
                  <a:gs pos="100000">
                    <a:srgbClr val="3B95DE"/>
                  </a:gs>
                </a:gsLst>
                <a:lin ang="5400000" scaled="0"/>
              </a:gradFill>
              <a:ln>
                <a:noFill/>
              </a:ln>
            </p:spPr>
          </p:sp>
          <p:sp>
            <p:nvSpPr>
              <p:cNvPr id="31" name="Google Shape;31;p12"/>
              <p:cNvSpPr/>
              <p:nvPr/>
            </p:nvSpPr>
            <p:spPr>
              <a:xfrm>
                <a:off x="569912" y="5945188"/>
                <a:ext cx="152400" cy="912813"/>
              </a:xfrm>
              <a:custGeom>
                <a:avLst/>
                <a:gdLst/>
                <a:ahLst/>
                <a:cxnLst/>
                <a:rect l="l" t="t" r="r" b="b"/>
                <a:pathLst>
                  <a:path w="96" h="575" extrusionOk="0">
                    <a:moveTo>
                      <a:pt x="15" y="575"/>
                    </a:moveTo>
                    <a:lnTo>
                      <a:pt x="0" y="569"/>
                    </a:lnTo>
                    <a:lnTo>
                      <a:pt x="81" y="383"/>
                    </a:lnTo>
                    <a:lnTo>
                      <a:pt x="81" y="0"/>
                    </a:lnTo>
                    <a:lnTo>
                      <a:pt x="96" y="0"/>
                    </a:lnTo>
                    <a:lnTo>
                      <a:pt x="96" y="386"/>
                    </a:lnTo>
                    <a:lnTo>
                      <a:pt x="15" y="575"/>
                    </a:lnTo>
                    <a:close/>
                  </a:path>
                </a:pathLst>
              </a:custGeom>
              <a:gradFill>
                <a:gsLst>
                  <a:gs pos="0">
                    <a:schemeClr val="lt2"/>
                  </a:gs>
                  <a:gs pos="100000">
                    <a:srgbClr val="3B95DE"/>
                  </a:gs>
                </a:gsLst>
                <a:lin ang="5400000" scaled="0"/>
              </a:gradFill>
              <a:ln>
                <a:noFill/>
              </a:ln>
            </p:spPr>
          </p:sp>
          <p:sp>
            <p:nvSpPr>
              <p:cNvPr id="32" name="Google Shape;32;p12"/>
              <p:cNvSpPr/>
              <p:nvPr/>
            </p:nvSpPr>
            <p:spPr>
              <a:xfrm>
                <a:off x="612775" y="5246688"/>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lt2"/>
                  </a:gs>
                  <a:gs pos="100000">
                    <a:srgbClr val="3B95DE"/>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12"/>
              <p:cNvSpPr/>
              <p:nvPr/>
            </p:nvSpPr>
            <p:spPr>
              <a:xfrm>
                <a:off x="612775" y="5764213"/>
                <a:ext cx="190500"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lt2"/>
                  </a:gs>
                  <a:gs pos="100000">
                    <a:srgbClr val="3B95DE"/>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12"/>
              <p:cNvSpPr/>
              <p:nvPr/>
            </p:nvSpPr>
            <p:spPr>
              <a:xfrm>
                <a:off x="669925" y="6330950"/>
                <a:ext cx="417513" cy="517525"/>
              </a:xfrm>
              <a:custGeom>
                <a:avLst/>
                <a:gdLst/>
                <a:ahLst/>
                <a:cxnLst/>
                <a:rect l="l" t="t" r="r" b="b"/>
                <a:pathLst>
                  <a:path w="263" h="326" extrusionOk="0">
                    <a:moveTo>
                      <a:pt x="15" y="326"/>
                    </a:moveTo>
                    <a:lnTo>
                      <a:pt x="0" y="320"/>
                    </a:lnTo>
                    <a:lnTo>
                      <a:pt x="45" y="206"/>
                    </a:lnTo>
                    <a:lnTo>
                      <a:pt x="48" y="206"/>
                    </a:lnTo>
                    <a:lnTo>
                      <a:pt x="254" y="0"/>
                    </a:lnTo>
                    <a:lnTo>
                      <a:pt x="263" y="12"/>
                    </a:lnTo>
                    <a:lnTo>
                      <a:pt x="60" y="215"/>
                    </a:lnTo>
                    <a:lnTo>
                      <a:pt x="15" y="326"/>
                    </a:lnTo>
                    <a:close/>
                  </a:path>
                </a:pathLst>
              </a:custGeom>
              <a:gradFill>
                <a:gsLst>
                  <a:gs pos="0">
                    <a:schemeClr val="lt2"/>
                  </a:gs>
                  <a:gs pos="100000">
                    <a:srgbClr val="3B95DE"/>
                  </a:gs>
                </a:gsLst>
                <a:lin ang="5400000" scaled="0"/>
              </a:gradFill>
              <a:ln>
                <a:noFill/>
              </a:ln>
            </p:spPr>
          </p:sp>
          <p:sp>
            <p:nvSpPr>
              <p:cNvPr id="35" name="Google Shape;35;p12"/>
              <p:cNvSpPr/>
              <p:nvPr/>
            </p:nvSpPr>
            <p:spPr>
              <a:xfrm>
                <a:off x="1049337" y="6221413"/>
                <a:ext cx="157163" cy="147638"/>
              </a:xfrm>
              <a:custGeom>
                <a:avLst/>
                <a:gdLst/>
                <a:ahLst/>
                <a:cxnLst/>
                <a:rect l="l" t="t" r="r" b="b"/>
                <a:pathLst>
                  <a:path w="33" h="31" extrusionOk="0">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a:gsLst>
                  <a:gs pos="0">
                    <a:schemeClr val="lt2"/>
                  </a:gs>
                  <a:gs pos="100000">
                    <a:srgbClr val="3B95DE"/>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 name="Google Shape;36;p12"/>
            <p:cNvGrpSpPr/>
            <p:nvPr/>
          </p:nvGrpSpPr>
          <p:grpSpPr>
            <a:xfrm>
              <a:off x="11364912" y="0"/>
              <a:ext cx="674688" cy="6848476"/>
              <a:chOff x="11364912" y="0"/>
              <a:chExt cx="674688" cy="6848476"/>
            </a:xfrm>
          </p:grpSpPr>
          <p:sp>
            <p:nvSpPr>
              <p:cNvPr id="37" name="Google Shape;37;p12"/>
              <p:cNvSpPr/>
              <p:nvPr/>
            </p:nvSpPr>
            <p:spPr>
              <a:xfrm>
                <a:off x="11483975" y="0"/>
                <a:ext cx="417513" cy="512763"/>
              </a:xfrm>
              <a:custGeom>
                <a:avLst/>
                <a:gdLst/>
                <a:ahLst/>
                <a:cxnLst/>
                <a:rect l="l" t="t" r="r" b="b"/>
                <a:pathLst>
                  <a:path w="263" h="323" extrusionOk="0">
                    <a:moveTo>
                      <a:pt x="12" y="323"/>
                    </a:moveTo>
                    <a:lnTo>
                      <a:pt x="0" y="314"/>
                    </a:lnTo>
                    <a:lnTo>
                      <a:pt x="203" y="108"/>
                    </a:lnTo>
                    <a:lnTo>
                      <a:pt x="248" y="0"/>
                    </a:lnTo>
                    <a:lnTo>
                      <a:pt x="263" y="6"/>
                    </a:lnTo>
                    <a:lnTo>
                      <a:pt x="218" y="117"/>
                    </a:lnTo>
                    <a:lnTo>
                      <a:pt x="218" y="117"/>
                    </a:lnTo>
                    <a:lnTo>
                      <a:pt x="12" y="323"/>
                    </a:lnTo>
                    <a:close/>
                  </a:path>
                </a:pathLst>
              </a:custGeom>
              <a:gradFill>
                <a:gsLst>
                  <a:gs pos="0">
                    <a:srgbClr val="82FFFF">
                      <a:alpha val="80000"/>
                    </a:srgbClr>
                  </a:gs>
                  <a:gs pos="100000">
                    <a:srgbClr val="3B95DE">
                      <a:alpha val="60000"/>
                    </a:srgbClr>
                  </a:gs>
                </a:gsLst>
                <a:lin ang="5400000" scaled="0"/>
              </a:gradFill>
              <a:ln>
                <a:noFill/>
              </a:ln>
            </p:spPr>
          </p:sp>
          <p:sp>
            <p:nvSpPr>
              <p:cNvPr id="38" name="Google Shape;38;p12"/>
              <p:cNvSpPr/>
              <p:nvPr/>
            </p:nvSpPr>
            <p:spPr>
              <a:xfrm>
                <a:off x="11364912" y="474663"/>
                <a:ext cx="157163" cy="152400"/>
              </a:xfrm>
              <a:custGeom>
                <a:avLst/>
                <a:gdLst/>
                <a:ahLst/>
                <a:cxnLst/>
                <a:rect l="l" t="t" r="r" b="b"/>
                <a:pathLst>
                  <a:path w="33" h="32" extrusionOk="0">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a:gsLst>
                  <a:gs pos="0">
                    <a:srgbClr val="82FFFF">
                      <a:alpha val="80000"/>
                    </a:srgbClr>
                  </a:gs>
                  <a:gs pos="100000">
                    <a:srgbClr val="3B95DE">
                      <a:alpha val="6000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12"/>
              <p:cNvSpPr/>
              <p:nvPr/>
            </p:nvSpPr>
            <p:spPr>
              <a:xfrm>
                <a:off x="11631612" y="1539875"/>
                <a:ext cx="188913" cy="190500"/>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rgbClr val="82FFFF">
                      <a:alpha val="80000"/>
                    </a:srgbClr>
                  </a:gs>
                  <a:gs pos="100000">
                    <a:srgbClr val="3B95DE">
                      <a:alpha val="6000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12"/>
              <p:cNvSpPr/>
              <p:nvPr/>
            </p:nvSpPr>
            <p:spPr>
              <a:xfrm>
                <a:off x="11531600" y="5694363"/>
                <a:ext cx="298450" cy="1154113"/>
              </a:xfrm>
              <a:custGeom>
                <a:avLst/>
                <a:gdLst/>
                <a:ahLst/>
                <a:cxnLst/>
                <a:rect l="l" t="t" r="r" b="b"/>
                <a:pathLst>
                  <a:path w="188" h="727" extrusionOk="0">
                    <a:moveTo>
                      <a:pt x="15" y="727"/>
                    </a:moveTo>
                    <a:lnTo>
                      <a:pt x="0" y="727"/>
                    </a:lnTo>
                    <a:lnTo>
                      <a:pt x="0" y="407"/>
                    </a:lnTo>
                    <a:lnTo>
                      <a:pt x="0" y="407"/>
                    </a:lnTo>
                    <a:lnTo>
                      <a:pt x="176" y="0"/>
                    </a:lnTo>
                    <a:lnTo>
                      <a:pt x="188" y="6"/>
                    </a:lnTo>
                    <a:lnTo>
                      <a:pt x="15" y="410"/>
                    </a:lnTo>
                    <a:lnTo>
                      <a:pt x="15" y="727"/>
                    </a:lnTo>
                    <a:close/>
                  </a:path>
                </a:pathLst>
              </a:custGeom>
              <a:gradFill>
                <a:gsLst>
                  <a:gs pos="0">
                    <a:srgbClr val="82FFFF">
                      <a:alpha val="80000"/>
                    </a:srgbClr>
                  </a:gs>
                  <a:gs pos="100000">
                    <a:srgbClr val="3B95DE">
                      <a:alpha val="60000"/>
                    </a:srgbClr>
                  </a:gs>
                </a:gsLst>
                <a:lin ang="5400000" scaled="0"/>
              </a:gradFill>
              <a:ln>
                <a:noFill/>
              </a:ln>
            </p:spPr>
          </p:sp>
          <p:sp>
            <p:nvSpPr>
              <p:cNvPr id="41" name="Google Shape;41;p12"/>
              <p:cNvSpPr/>
              <p:nvPr/>
            </p:nvSpPr>
            <p:spPr>
              <a:xfrm>
                <a:off x="11772900" y="5551488"/>
                <a:ext cx="157163" cy="155575"/>
              </a:xfrm>
              <a:custGeom>
                <a:avLst/>
                <a:gdLst/>
                <a:ahLst/>
                <a:cxnLst/>
                <a:rect l="l" t="t" r="r" b="b"/>
                <a:pathLst>
                  <a:path w="33" h="33" extrusionOk="0">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a:gsLst>
                  <a:gs pos="0">
                    <a:srgbClr val="82FFFF">
                      <a:alpha val="80000"/>
                    </a:srgbClr>
                  </a:gs>
                  <a:gs pos="100000">
                    <a:srgbClr val="3B95DE">
                      <a:alpha val="6000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12"/>
              <p:cNvSpPr/>
              <p:nvPr/>
            </p:nvSpPr>
            <p:spPr>
              <a:xfrm>
                <a:off x="11710987" y="4763"/>
                <a:ext cx="304800" cy="1544638"/>
              </a:xfrm>
              <a:custGeom>
                <a:avLst/>
                <a:gdLst/>
                <a:ahLst/>
                <a:cxnLst/>
                <a:rect l="l" t="t" r="r" b="b"/>
                <a:pathLst>
                  <a:path w="192" h="973" extrusionOk="0">
                    <a:moveTo>
                      <a:pt x="15" y="973"/>
                    </a:moveTo>
                    <a:lnTo>
                      <a:pt x="0" y="973"/>
                    </a:lnTo>
                    <a:lnTo>
                      <a:pt x="0" y="790"/>
                    </a:lnTo>
                    <a:lnTo>
                      <a:pt x="174" y="614"/>
                    </a:lnTo>
                    <a:lnTo>
                      <a:pt x="174" y="0"/>
                    </a:lnTo>
                    <a:lnTo>
                      <a:pt x="192" y="0"/>
                    </a:lnTo>
                    <a:lnTo>
                      <a:pt x="192" y="620"/>
                    </a:lnTo>
                    <a:lnTo>
                      <a:pt x="15" y="796"/>
                    </a:lnTo>
                    <a:lnTo>
                      <a:pt x="15" y="973"/>
                    </a:lnTo>
                    <a:close/>
                  </a:path>
                </a:pathLst>
              </a:custGeom>
              <a:gradFill>
                <a:gsLst>
                  <a:gs pos="0">
                    <a:srgbClr val="82FFFF">
                      <a:alpha val="80000"/>
                    </a:srgbClr>
                  </a:gs>
                  <a:gs pos="100000">
                    <a:srgbClr val="3B95DE">
                      <a:alpha val="60000"/>
                    </a:srgbClr>
                  </a:gs>
                </a:gsLst>
                <a:lin ang="5400000" scaled="0"/>
              </a:gradFill>
              <a:ln>
                <a:noFill/>
              </a:ln>
            </p:spPr>
          </p:sp>
          <p:sp>
            <p:nvSpPr>
              <p:cNvPr id="43" name="Google Shape;43;p12"/>
              <p:cNvSpPr/>
              <p:nvPr/>
            </p:nvSpPr>
            <p:spPr>
              <a:xfrm>
                <a:off x="11636375" y="4867275"/>
                <a:ext cx="188913"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rgbClr val="82FFFF">
                      <a:alpha val="80000"/>
                    </a:srgbClr>
                  </a:gs>
                  <a:gs pos="100000">
                    <a:srgbClr val="3B95DE">
                      <a:alpha val="6000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12"/>
              <p:cNvSpPr/>
              <p:nvPr/>
            </p:nvSpPr>
            <p:spPr>
              <a:xfrm>
                <a:off x="11441112" y="5046663"/>
                <a:ext cx="307975" cy="1801813"/>
              </a:xfrm>
              <a:custGeom>
                <a:avLst/>
                <a:gdLst/>
                <a:ahLst/>
                <a:cxnLst/>
                <a:rect l="l" t="t" r="r" b="b"/>
                <a:pathLst>
                  <a:path w="194" h="1135" extrusionOk="0">
                    <a:moveTo>
                      <a:pt x="18" y="1135"/>
                    </a:moveTo>
                    <a:lnTo>
                      <a:pt x="0" y="1135"/>
                    </a:lnTo>
                    <a:lnTo>
                      <a:pt x="0" y="354"/>
                    </a:lnTo>
                    <a:lnTo>
                      <a:pt x="176" y="177"/>
                    </a:lnTo>
                    <a:lnTo>
                      <a:pt x="176" y="0"/>
                    </a:lnTo>
                    <a:lnTo>
                      <a:pt x="194" y="0"/>
                    </a:lnTo>
                    <a:lnTo>
                      <a:pt x="194" y="183"/>
                    </a:lnTo>
                    <a:lnTo>
                      <a:pt x="18" y="360"/>
                    </a:lnTo>
                    <a:lnTo>
                      <a:pt x="18" y="1135"/>
                    </a:lnTo>
                    <a:close/>
                  </a:path>
                </a:pathLst>
              </a:custGeom>
              <a:gradFill>
                <a:gsLst>
                  <a:gs pos="0">
                    <a:srgbClr val="82FFFF">
                      <a:alpha val="80000"/>
                    </a:srgbClr>
                  </a:gs>
                  <a:gs pos="100000">
                    <a:srgbClr val="3B95DE">
                      <a:alpha val="60000"/>
                    </a:srgbClr>
                  </a:gs>
                </a:gsLst>
                <a:lin ang="5400000" scaled="0"/>
              </a:gradFill>
              <a:ln>
                <a:noFill/>
              </a:ln>
            </p:spPr>
          </p:sp>
          <p:sp>
            <p:nvSpPr>
              <p:cNvPr id="45" name="Google Shape;45;p12"/>
              <p:cNvSpPr/>
              <p:nvPr/>
            </p:nvSpPr>
            <p:spPr>
              <a:xfrm>
                <a:off x="11849100" y="6416675"/>
                <a:ext cx="190500" cy="188913"/>
              </a:xfrm>
              <a:custGeom>
                <a:avLst/>
                <a:gdLst/>
                <a:ahLst/>
                <a:cxnLst/>
                <a:rect l="l" t="t" r="r" b="b"/>
                <a:pathLst>
                  <a:path w="40" h="40" extrusionOk="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rgbClr val="82FFFF">
                      <a:alpha val="80000"/>
                    </a:srgbClr>
                  </a:gs>
                  <a:gs pos="100000">
                    <a:srgbClr val="3B95DE">
                      <a:alpha val="6000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12"/>
              <p:cNvSpPr/>
              <p:nvPr/>
            </p:nvSpPr>
            <p:spPr>
              <a:xfrm>
                <a:off x="11939587" y="6596063"/>
                <a:ext cx="23813" cy="252413"/>
              </a:xfrm>
              <a:prstGeom prst="rect">
                <a:avLst/>
              </a:prstGeom>
              <a:gradFill>
                <a:gsLst>
                  <a:gs pos="0">
                    <a:srgbClr val="82FFFF">
                      <a:alpha val="80000"/>
                    </a:srgbClr>
                  </a:gs>
                  <a:gs pos="100000">
                    <a:srgbClr val="3B95DE">
                      <a:alpha val="6000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7" name="Google Shape;47;p12"/>
          <p:cNvSpPr txBox="1">
            <a:spLocks noGrp="1"/>
          </p:cNvSpPr>
          <p:nvPr>
            <p:ph type="title"/>
          </p:nvPr>
        </p:nvSpPr>
        <p:spPr>
          <a:xfrm>
            <a:off x="1141413" y="618518"/>
            <a:ext cx="9905998" cy="147857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lt1"/>
              </a:buClr>
              <a:buSzPts val="3600"/>
              <a:buFont typeface="Twentieth Century"/>
              <a:buNone/>
              <a:defRPr sz="3600" b="0" i="0" u="none" strike="noStrike" cap="none">
                <a:solidFill>
                  <a:schemeClr val="lt1"/>
                </a:solidFill>
                <a:latin typeface="Twentieth Century"/>
                <a:ea typeface="Twentieth Century"/>
                <a:cs typeface="Twentieth Century"/>
                <a:sym typeface="Twentieth Centur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8" name="Google Shape;48;p12"/>
          <p:cNvSpPr txBox="1">
            <a:spLocks noGrp="1"/>
          </p:cNvSpPr>
          <p:nvPr>
            <p:ph type="body" idx="1"/>
          </p:nvPr>
        </p:nvSpPr>
        <p:spPr>
          <a:xfrm>
            <a:off x="1141412" y="2249487"/>
            <a:ext cx="9905999" cy="3541714"/>
          </a:xfrm>
          <a:prstGeom prst="rect">
            <a:avLst/>
          </a:prstGeom>
          <a:noFill/>
          <a:ln>
            <a:noFill/>
          </a:ln>
        </p:spPr>
        <p:txBody>
          <a:bodyPr spcFirstLastPara="1" wrap="square" lIns="91425" tIns="45700" rIns="91425" bIns="45700" anchor="t" anchorCtr="0">
            <a:normAutofit/>
          </a:bodyPr>
          <a:lstStyle>
            <a:lvl1pPr marL="457200" marR="0" lvl="0" indent="-419100" algn="l" rtl="0">
              <a:lnSpc>
                <a:spcPct val="120000"/>
              </a:lnSpc>
              <a:spcBef>
                <a:spcPts val="1000"/>
              </a:spcBef>
              <a:spcAft>
                <a:spcPts val="0"/>
              </a:spcAft>
              <a:buClr>
                <a:schemeClr val="lt1"/>
              </a:buClr>
              <a:buSzPts val="3000"/>
              <a:buFont typeface="Arial"/>
              <a:buChar char="•"/>
              <a:defRPr sz="2400" b="0" i="0" u="none" strike="noStrike" cap="none">
                <a:solidFill>
                  <a:schemeClr val="lt1"/>
                </a:solidFill>
                <a:latin typeface="Twentieth Century"/>
                <a:ea typeface="Twentieth Century"/>
                <a:cs typeface="Twentieth Century"/>
                <a:sym typeface="Twentieth Century"/>
              </a:defRPr>
            </a:lvl1pPr>
            <a:lvl2pPr marL="914400" marR="0" lvl="1" indent="-387350" algn="l" rtl="0">
              <a:lnSpc>
                <a:spcPct val="120000"/>
              </a:lnSpc>
              <a:spcBef>
                <a:spcPts val="500"/>
              </a:spcBef>
              <a:spcAft>
                <a:spcPts val="0"/>
              </a:spcAft>
              <a:buClr>
                <a:schemeClr val="lt1"/>
              </a:buClr>
              <a:buSzPts val="2500"/>
              <a:buFont typeface="Arial"/>
              <a:buChar char="•"/>
              <a:defRPr sz="2000" b="0" i="0" u="none" strike="noStrike" cap="none">
                <a:solidFill>
                  <a:schemeClr val="lt1"/>
                </a:solidFill>
                <a:latin typeface="Twentieth Century"/>
                <a:ea typeface="Twentieth Century"/>
                <a:cs typeface="Twentieth Century"/>
                <a:sym typeface="Twentieth Century"/>
              </a:defRPr>
            </a:lvl2pPr>
            <a:lvl3pPr marL="1371600" marR="0" lvl="2" indent="-371475" algn="l" rtl="0">
              <a:lnSpc>
                <a:spcPct val="120000"/>
              </a:lnSpc>
              <a:spcBef>
                <a:spcPts val="500"/>
              </a:spcBef>
              <a:spcAft>
                <a:spcPts val="0"/>
              </a:spcAft>
              <a:buClr>
                <a:schemeClr val="lt1"/>
              </a:buClr>
              <a:buSzPts val="2250"/>
              <a:buFont typeface="Arial"/>
              <a:buChar char="•"/>
              <a:defRPr sz="1800" b="0" i="0" u="none" strike="noStrike" cap="none">
                <a:solidFill>
                  <a:schemeClr val="lt1"/>
                </a:solidFill>
                <a:latin typeface="Twentieth Century"/>
                <a:ea typeface="Twentieth Century"/>
                <a:cs typeface="Twentieth Century"/>
                <a:sym typeface="Twentieth Century"/>
              </a:defRPr>
            </a:lvl3pPr>
            <a:lvl4pPr marL="1828800" marR="0" lvl="3" indent="-355600" algn="l" rtl="0">
              <a:lnSpc>
                <a:spcPct val="120000"/>
              </a:lnSpc>
              <a:spcBef>
                <a:spcPts val="500"/>
              </a:spcBef>
              <a:spcAft>
                <a:spcPts val="0"/>
              </a:spcAft>
              <a:buClr>
                <a:schemeClr val="lt1"/>
              </a:buClr>
              <a:buSzPts val="2000"/>
              <a:buFont typeface="Arial"/>
              <a:buChar char="•"/>
              <a:defRPr sz="1600" b="0" i="0" u="none" strike="noStrike" cap="none">
                <a:solidFill>
                  <a:schemeClr val="lt1"/>
                </a:solidFill>
                <a:latin typeface="Twentieth Century"/>
                <a:ea typeface="Twentieth Century"/>
                <a:cs typeface="Twentieth Century"/>
                <a:sym typeface="Twentieth Century"/>
              </a:defRPr>
            </a:lvl4pPr>
            <a:lvl5pPr marL="2286000" marR="0" lvl="4" indent="-355600" algn="l" rtl="0">
              <a:lnSpc>
                <a:spcPct val="120000"/>
              </a:lnSpc>
              <a:spcBef>
                <a:spcPts val="500"/>
              </a:spcBef>
              <a:spcAft>
                <a:spcPts val="0"/>
              </a:spcAft>
              <a:buClr>
                <a:schemeClr val="lt1"/>
              </a:buClr>
              <a:buSzPts val="2000"/>
              <a:buFont typeface="Arial"/>
              <a:buChar char="•"/>
              <a:defRPr sz="1600" b="0" i="0" u="none" strike="noStrike" cap="none">
                <a:solidFill>
                  <a:schemeClr val="lt1"/>
                </a:solidFill>
                <a:latin typeface="Twentieth Century"/>
                <a:ea typeface="Twentieth Century"/>
                <a:cs typeface="Twentieth Century"/>
                <a:sym typeface="Twentieth Century"/>
              </a:defRPr>
            </a:lvl5pPr>
            <a:lvl6pPr marL="2743200" marR="0" lvl="5" indent="-339725" algn="l" rtl="0">
              <a:lnSpc>
                <a:spcPct val="120000"/>
              </a:lnSpc>
              <a:spcBef>
                <a:spcPts val="500"/>
              </a:spcBef>
              <a:spcAft>
                <a:spcPts val="0"/>
              </a:spcAft>
              <a:buClr>
                <a:schemeClr val="lt1"/>
              </a:buClr>
              <a:buSzPts val="1750"/>
              <a:buFont typeface="Arial"/>
              <a:buChar char="•"/>
              <a:defRPr sz="1400" b="0" i="0" u="none" strike="noStrike" cap="none">
                <a:solidFill>
                  <a:schemeClr val="lt1"/>
                </a:solidFill>
                <a:latin typeface="Twentieth Century"/>
                <a:ea typeface="Twentieth Century"/>
                <a:cs typeface="Twentieth Century"/>
                <a:sym typeface="Twentieth Century"/>
              </a:defRPr>
            </a:lvl6pPr>
            <a:lvl7pPr marL="3200400" marR="0" lvl="6" indent="-339725" algn="l" rtl="0">
              <a:lnSpc>
                <a:spcPct val="120000"/>
              </a:lnSpc>
              <a:spcBef>
                <a:spcPts val="500"/>
              </a:spcBef>
              <a:spcAft>
                <a:spcPts val="0"/>
              </a:spcAft>
              <a:buClr>
                <a:schemeClr val="lt1"/>
              </a:buClr>
              <a:buSzPts val="1750"/>
              <a:buFont typeface="Arial"/>
              <a:buChar char="•"/>
              <a:defRPr sz="1400" b="0" i="0" u="none" strike="noStrike" cap="none">
                <a:solidFill>
                  <a:schemeClr val="lt1"/>
                </a:solidFill>
                <a:latin typeface="Twentieth Century"/>
                <a:ea typeface="Twentieth Century"/>
                <a:cs typeface="Twentieth Century"/>
                <a:sym typeface="Twentieth Century"/>
              </a:defRPr>
            </a:lvl7pPr>
            <a:lvl8pPr marL="3657600" marR="0" lvl="7" indent="-339725" algn="l" rtl="0">
              <a:lnSpc>
                <a:spcPct val="120000"/>
              </a:lnSpc>
              <a:spcBef>
                <a:spcPts val="500"/>
              </a:spcBef>
              <a:spcAft>
                <a:spcPts val="0"/>
              </a:spcAft>
              <a:buClr>
                <a:schemeClr val="lt1"/>
              </a:buClr>
              <a:buSzPts val="1750"/>
              <a:buFont typeface="Arial"/>
              <a:buChar char="•"/>
              <a:defRPr sz="1400" b="0" i="0" u="none" strike="noStrike" cap="none">
                <a:solidFill>
                  <a:schemeClr val="lt1"/>
                </a:solidFill>
                <a:latin typeface="Twentieth Century"/>
                <a:ea typeface="Twentieth Century"/>
                <a:cs typeface="Twentieth Century"/>
                <a:sym typeface="Twentieth Century"/>
              </a:defRPr>
            </a:lvl8pPr>
            <a:lvl9pPr marL="4114800" marR="0" lvl="8" indent="-339725" algn="l" rtl="0">
              <a:lnSpc>
                <a:spcPct val="120000"/>
              </a:lnSpc>
              <a:spcBef>
                <a:spcPts val="500"/>
              </a:spcBef>
              <a:spcAft>
                <a:spcPts val="0"/>
              </a:spcAft>
              <a:buClr>
                <a:schemeClr val="lt1"/>
              </a:buClr>
              <a:buSzPts val="1750"/>
              <a:buFont typeface="Arial"/>
              <a:buChar char="•"/>
              <a:defRPr sz="1400" b="0" i="0" u="none" strike="noStrike" cap="none">
                <a:solidFill>
                  <a:schemeClr val="lt1"/>
                </a:solidFill>
                <a:latin typeface="Twentieth Century"/>
                <a:ea typeface="Twentieth Century"/>
                <a:cs typeface="Twentieth Century"/>
                <a:sym typeface="Twentieth Century"/>
              </a:defRPr>
            </a:lvl9pPr>
          </a:lstStyle>
          <a:p>
            <a:endParaRPr/>
          </a:p>
        </p:txBody>
      </p:sp>
      <p:sp>
        <p:nvSpPr>
          <p:cNvPr id="49" name="Google Shape;49;p12"/>
          <p:cNvSpPr txBox="1">
            <a:spLocks noGrp="1"/>
          </p:cNvSpPr>
          <p:nvPr>
            <p:ph type="dt" idx="10"/>
          </p:nvPr>
        </p:nvSpPr>
        <p:spPr>
          <a:xfrm>
            <a:off x="7456921" y="5883276"/>
            <a:ext cx="2743200"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050" b="0" i="0" u="none" strike="noStrike" cap="none">
                <a:solidFill>
                  <a:schemeClr val="lt1"/>
                </a:solidFill>
                <a:latin typeface="Twentieth Century"/>
                <a:ea typeface="Twentieth Century"/>
                <a:cs typeface="Twentieth Century"/>
                <a:sym typeface="Twentieth Century"/>
              </a:defRPr>
            </a:lvl1pPr>
            <a:lvl2pPr marR="0" lvl="1"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2pPr>
            <a:lvl3pPr marR="0" lvl="2"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3pPr>
            <a:lvl4pPr marR="0" lvl="3"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4pPr>
            <a:lvl5pPr marR="0" lvl="4"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5pPr>
            <a:lvl6pPr marR="0" lvl="5"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6pPr>
            <a:lvl7pPr marR="0" lvl="6"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7pPr>
            <a:lvl8pPr marR="0" lvl="7"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8pPr>
            <a:lvl9pPr marR="0" lvl="8"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9pPr>
          </a:lstStyle>
          <a:p>
            <a:endParaRPr/>
          </a:p>
        </p:txBody>
      </p:sp>
      <p:sp>
        <p:nvSpPr>
          <p:cNvPr id="50" name="Google Shape;50;p12"/>
          <p:cNvSpPr txBox="1">
            <a:spLocks noGrp="1"/>
          </p:cNvSpPr>
          <p:nvPr>
            <p:ph type="ftr" idx="11"/>
          </p:nvPr>
        </p:nvSpPr>
        <p:spPr>
          <a:xfrm>
            <a:off x="1141411" y="5883275"/>
            <a:ext cx="6239309"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50" b="0" i="0" u="none" strike="noStrike" cap="none">
                <a:solidFill>
                  <a:schemeClr val="lt1"/>
                </a:solidFill>
                <a:latin typeface="Twentieth Century"/>
                <a:ea typeface="Twentieth Century"/>
                <a:cs typeface="Twentieth Century"/>
                <a:sym typeface="Twentieth Century"/>
              </a:defRPr>
            </a:lvl1pPr>
            <a:lvl2pPr marR="0" lvl="1"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2pPr>
            <a:lvl3pPr marR="0" lvl="2"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3pPr>
            <a:lvl4pPr marR="0" lvl="3"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4pPr>
            <a:lvl5pPr marR="0" lvl="4"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5pPr>
            <a:lvl6pPr marR="0" lvl="5"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6pPr>
            <a:lvl7pPr marR="0" lvl="6"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7pPr>
            <a:lvl8pPr marR="0" lvl="7"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8pPr>
            <a:lvl9pPr marR="0" lvl="8" algn="l" rtl="0">
              <a:spcBef>
                <a:spcPts val="0"/>
              </a:spcBef>
              <a:spcAft>
                <a:spcPts val="0"/>
              </a:spcAft>
              <a:buSzPts val="1400"/>
              <a:buNone/>
              <a:defRPr sz="1800" b="0" i="0" u="none" strike="noStrike" cap="none">
                <a:solidFill>
                  <a:schemeClr val="lt1"/>
                </a:solidFill>
                <a:latin typeface="Twentieth Century"/>
                <a:ea typeface="Twentieth Century"/>
                <a:cs typeface="Twentieth Century"/>
                <a:sym typeface="Twentieth Century"/>
              </a:defRPr>
            </a:lvl9pPr>
          </a:lstStyle>
          <a:p>
            <a:endParaRPr/>
          </a:p>
        </p:txBody>
      </p:sp>
      <p:sp>
        <p:nvSpPr>
          <p:cNvPr id="51" name="Google Shape;51;p12"/>
          <p:cNvSpPr txBox="1">
            <a:spLocks noGrp="1"/>
          </p:cNvSpPr>
          <p:nvPr>
            <p:ph type="sldNum" idx="12"/>
          </p:nvPr>
        </p:nvSpPr>
        <p:spPr>
          <a:xfrm>
            <a:off x="10276321" y="5883274"/>
            <a:ext cx="771089"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50" b="0" i="0" u="none" strike="noStrike" cap="none">
                <a:solidFill>
                  <a:schemeClr val="lt1"/>
                </a:solidFill>
                <a:latin typeface="Twentieth Century"/>
                <a:ea typeface="Twentieth Century"/>
                <a:cs typeface="Twentieth Century"/>
                <a:sym typeface="Twentieth Century"/>
              </a:defRPr>
            </a:lvl1pPr>
            <a:lvl2pPr marL="0" marR="0" lvl="1" indent="0" algn="r" rtl="0">
              <a:spcBef>
                <a:spcPts val="0"/>
              </a:spcBef>
              <a:buNone/>
              <a:defRPr sz="1050" b="0" i="0" u="none" strike="noStrike" cap="none">
                <a:solidFill>
                  <a:schemeClr val="lt1"/>
                </a:solidFill>
                <a:latin typeface="Twentieth Century"/>
                <a:ea typeface="Twentieth Century"/>
                <a:cs typeface="Twentieth Century"/>
                <a:sym typeface="Twentieth Century"/>
              </a:defRPr>
            </a:lvl2pPr>
            <a:lvl3pPr marL="0" marR="0" lvl="2" indent="0" algn="r" rtl="0">
              <a:spcBef>
                <a:spcPts val="0"/>
              </a:spcBef>
              <a:buNone/>
              <a:defRPr sz="1050" b="0" i="0" u="none" strike="noStrike" cap="none">
                <a:solidFill>
                  <a:schemeClr val="lt1"/>
                </a:solidFill>
                <a:latin typeface="Twentieth Century"/>
                <a:ea typeface="Twentieth Century"/>
                <a:cs typeface="Twentieth Century"/>
                <a:sym typeface="Twentieth Century"/>
              </a:defRPr>
            </a:lvl3pPr>
            <a:lvl4pPr marL="0" marR="0" lvl="3" indent="0" algn="r" rtl="0">
              <a:spcBef>
                <a:spcPts val="0"/>
              </a:spcBef>
              <a:buNone/>
              <a:defRPr sz="1050" b="0" i="0" u="none" strike="noStrike" cap="none">
                <a:solidFill>
                  <a:schemeClr val="lt1"/>
                </a:solidFill>
                <a:latin typeface="Twentieth Century"/>
                <a:ea typeface="Twentieth Century"/>
                <a:cs typeface="Twentieth Century"/>
                <a:sym typeface="Twentieth Century"/>
              </a:defRPr>
            </a:lvl4pPr>
            <a:lvl5pPr marL="0" marR="0" lvl="4" indent="0" algn="r" rtl="0">
              <a:spcBef>
                <a:spcPts val="0"/>
              </a:spcBef>
              <a:buNone/>
              <a:defRPr sz="1050" b="0" i="0" u="none" strike="noStrike" cap="none">
                <a:solidFill>
                  <a:schemeClr val="lt1"/>
                </a:solidFill>
                <a:latin typeface="Twentieth Century"/>
                <a:ea typeface="Twentieth Century"/>
                <a:cs typeface="Twentieth Century"/>
                <a:sym typeface="Twentieth Century"/>
              </a:defRPr>
            </a:lvl5pPr>
            <a:lvl6pPr marL="0" marR="0" lvl="5" indent="0" algn="r" rtl="0">
              <a:spcBef>
                <a:spcPts val="0"/>
              </a:spcBef>
              <a:buNone/>
              <a:defRPr sz="1050" b="0" i="0" u="none" strike="noStrike" cap="none">
                <a:solidFill>
                  <a:schemeClr val="lt1"/>
                </a:solidFill>
                <a:latin typeface="Twentieth Century"/>
                <a:ea typeface="Twentieth Century"/>
                <a:cs typeface="Twentieth Century"/>
                <a:sym typeface="Twentieth Century"/>
              </a:defRPr>
            </a:lvl6pPr>
            <a:lvl7pPr marL="0" marR="0" lvl="6" indent="0" algn="r" rtl="0">
              <a:spcBef>
                <a:spcPts val="0"/>
              </a:spcBef>
              <a:buNone/>
              <a:defRPr sz="1050" b="0" i="0" u="none" strike="noStrike" cap="none">
                <a:solidFill>
                  <a:schemeClr val="lt1"/>
                </a:solidFill>
                <a:latin typeface="Twentieth Century"/>
                <a:ea typeface="Twentieth Century"/>
                <a:cs typeface="Twentieth Century"/>
                <a:sym typeface="Twentieth Century"/>
              </a:defRPr>
            </a:lvl7pPr>
            <a:lvl8pPr marL="0" marR="0" lvl="7" indent="0" algn="r" rtl="0">
              <a:spcBef>
                <a:spcPts val="0"/>
              </a:spcBef>
              <a:buNone/>
              <a:defRPr sz="1050" b="0" i="0" u="none" strike="noStrike" cap="none">
                <a:solidFill>
                  <a:schemeClr val="lt1"/>
                </a:solidFill>
                <a:latin typeface="Twentieth Century"/>
                <a:ea typeface="Twentieth Century"/>
                <a:cs typeface="Twentieth Century"/>
                <a:sym typeface="Twentieth Century"/>
              </a:defRPr>
            </a:lvl8pPr>
            <a:lvl9pPr marL="0" marR="0" lvl="8" indent="0" algn="r" rtl="0">
              <a:spcBef>
                <a:spcPts val="0"/>
              </a:spcBef>
              <a:buNone/>
              <a:defRPr sz="1050" b="0" i="0" u="none" strike="noStrike" cap="none">
                <a:solidFill>
                  <a:schemeClr val="lt1"/>
                </a:solidFill>
                <a:latin typeface="Twentieth Century"/>
                <a:ea typeface="Twentieth Century"/>
                <a:cs typeface="Twentieth Century"/>
                <a:sym typeface="Twentieth Century"/>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1"/>
          <p:cNvSpPr/>
          <p:nvPr/>
        </p:nvSpPr>
        <p:spPr>
          <a:xfrm>
            <a:off x="2003803" y="425048"/>
            <a:ext cx="7874466" cy="5858486"/>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None/>
            </a:pPr>
            <a:r>
              <a:rPr lang="en-US" sz="2200" b="0" i="0" u="none" strike="noStrike" cap="none" dirty="0">
                <a:solidFill>
                  <a:schemeClr val="lt1"/>
                </a:solidFill>
                <a:latin typeface="Twentieth Century"/>
                <a:ea typeface="Twentieth Century"/>
                <a:cs typeface="Twentieth Century"/>
                <a:sym typeface="Twentieth Century"/>
              </a:rPr>
              <a:t>A P</a:t>
            </a:r>
            <a:r>
              <a:rPr lang="en-US" sz="2200" dirty="0">
                <a:solidFill>
                  <a:schemeClr val="lt1"/>
                </a:solidFill>
                <a:latin typeface="Twentieth Century"/>
                <a:ea typeface="Twentieth Century"/>
                <a:cs typeface="Twentieth Century"/>
                <a:sym typeface="Twentieth Century"/>
              </a:rPr>
              <a:t>ROJECT ON </a:t>
            </a:r>
            <a:endParaRPr dirty="0"/>
          </a:p>
          <a:p>
            <a:pPr lvl="0" algn="ctr">
              <a:lnSpc>
                <a:spcPct val="90000"/>
              </a:lnSpc>
            </a:pPr>
            <a:r>
              <a:rPr lang="en-US" sz="2200" b="1" i="0" u="none" strike="noStrike" cap="none" dirty="0">
                <a:solidFill>
                  <a:schemeClr val="lt1"/>
                </a:solidFill>
                <a:latin typeface="Cambria"/>
                <a:ea typeface="Cambria"/>
                <a:cs typeface="Cambria"/>
                <a:sym typeface="Cambria"/>
              </a:rPr>
              <a:t>“[</a:t>
            </a:r>
            <a:r>
              <a:rPr lang="en-US" sz="2400" dirty="0">
                <a:solidFill>
                  <a:schemeClr val="tx2">
                    <a:lumMod val="20000"/>
                    <a:lumOff val="80000"/>
                  </a:schemeClr>
                </a:solidFill>
              </a:rPr>
              <a:t>AI-Based Interior Design Automation Using Generative Models and Real-Time Sensing</a:t>
            </a:r>
            <a:r>
              <a:rPr lang="en-US" sz="2200" b="1" i="0" u="none" strike="noStrike" cap="none" dirty="0">
                <a:solidFill>
                  <a:schemeClr val="lt1"/>
                </a:solidFill>
                <a:latin typeface="Cambria"/>
                <a:ea typeface="Cambria"/>
                <a:cs typeface="Cambria"/>
                <a:sym typeface="Cambria"/>
              </a:rPr>
              <a:t>]”</a:t>
            </a:r>
            <a:endParaRPr sz="2200" b="1" i="0" u="none" strike="noStrike" cap="none" dirty="0">
              <a:solidFill>
                <a:schemeClr val="lt1"/>
              </a:solidFill>
              <a:latin typeface="Twentieth Century"/>
              <a:ea typeface="Twentieth Century"/>
              <a:cs typeface="Twentieth Century"/>
              <a:sym typeface="Twentieth Century"/>
            </a:endParaRPr>
          </a:p>
          <a:p>
            <a:pPr marL="0" marR="0" lvl="0" indent="0" algn="ctr" rtl="0">
              <a:lnSpc>
                <a:spcPct val="120000"/>
              </a:lnSpc>
              <a:spcBef>
                <a:spcPts val="0"/>
              </a:spcBef>
              <a:spcAft>
                <a:spcPts val="0"/>
              </a:spcAft>
              <a:buNone/>
            </a:pPr>
            <a:r>
              <a:rPr lang="en-US" sz="2000" b="0" i="0" u="none" strike="noStrike" cap="none" dirty="0">
                <a:solidFill>
                  <a:schemeClr val="lt1"/>
                </a:solidFill>
                <a:latin typeface="Cambria"/>
                <a:ea typeface="Cambria"/>
                <a:cs typeface="Cambria"/>
                <a:sym typeface="Cambria"/>
              </a:rPr>
              <a:t>Presented by</a:t>
            </a:r>
            <a:endParaRPr sz="2000" dirty="0"/>
          </a:p>
          <a:p>
            <a:pPr lvl="1" algn="ctr">
              <a:lnSpc>
                <a:spcPct val="120000"/>
              </a:lnSpc>
            </a:pPr>
            <a:r>
              <a:rPr lang="en-US" sz="2000" b="0" i="0" u="none" strike="noStrike" cap="none" dirty="0">
                <a:solidFill>
                  <a:schemeClr val="lt1"/>
                </a:solidFill>
                <a:latin typeface="Cambria"/>
                <a:ea typeface="Cambria"/>
                <a:cs typeface="Cambria"/>
                <a:sym typeface="Cambria"/>
              </a:rPr>
              <a:t>Mr. </a:t>
            </a:r>
            <a:r>
              <a:rPr lang="en-US" sz="2000" dirty="0">
                <a:solidFill>
                  <a:schemeClr val="lt1"/>
                </a:solidFill>
                <a:latin typeface="Cambria"/>
                <a:ea typeface="Cambria"/>
                <a:cs typeface="Cambria"/>
                <a:sym typeface="Cambria"/>
              </a:rPr>
              <a:t>Sujit Nirmal</a:t>
            </a:r>
            <a:r>
              <a:rPr lang="en-US" sz="2000" b="0" i="0" u="none" strike="noStrike" cap="none" dirty="0">
                <a:solidFill>
                  <a:schemeClr val="lt1"/>
                </a:solidFill>
                <a:latin typeface="Cambria"/>
                <a:ea typeface="Cambria"/>
                <a:cs typeface="Cambria"/>
                <a:sym typeface="Cambria"/>
              </a:rPr>
              <a:t>  Roll No. [BE-</a:t>
            </a:r>
            <a:r>
              <a:rPr lang="en-US" sz="2000" dirty="0">
                <a:solidFill>
                  <a:schemeClr val="lt1"/>
                </a:solidFill>
                <a:latin typeface="Cambria"/>
                <a:ea typeface="Cambria"/>
                <a:cs typeface="Cambria"/>
                <a:sym typeface="Cambria"/>
              </a:rPr>
              <a:t> BEBD22605</a:t>
            </a:r>
            <a:r>
              <a:rPr lang="en-US" sz="2000" b="0" i="0" u="none" strike="noStrike" cap="none" dirty="0">
                <a:solidFill>
                  <a:schemeClr val="lt1"/>
                </a:solidFill>
                <a:latin typeface="Cambria"/>
                <a:ea typeface="Cambria"/>
                <a:cs typeface="Cambria"/>
                <a:sym typeface="Cambria"/>
              </a:rPr>
              <a:t>]</a:t>
            </a:r>
            <a:endParaRPr sz="2000" dirty="0"/>
          </a:p>
          <a:p>
            <a:pPr lvl="1" algn="ctr">
              <a:lnSpc>
                <a:spcPct val="120000"/>
              </a:lnSpc>
            </a:pPr>
            <a:r>
              <a:rPr lang="en-US" sz="2000" b="0" i="0" u="none" strike="noStrike" cap="none" dirty="0">
                <a:solidFill>
                  <a:schemeClr val="lt1"/>
                </a:solidFill>
                <a:latin typeface="Cambria"/>
                <a:ea typeface="Cambria"/>
                <a:cs typeface="Cambria"/>
                <a:sym typeface="Cambria"/>
              </a:rPr>
              <a:t>Mr. Soham </a:t>
            </a:r>
            <a:r>
              <a:rPr lang="en-US" sz="2000" b="0" i="0" u="none" strike="noStrike" cap="none" dirty="0" err="1">
                <a:solidFill>
                  <a:schemeClr val="lt1"/>
                </a:solidFill>
                <a:latin typeface="Cambria"/>
                <a:ea typeface="Cambria"/>
                <a:cs typeface="Cambria"/>
                <a:sym typeface="Cambria"/>
              </a:rPr>
              <a:t>Gulhane</a:t>
            </a:r>
            <a:r>
              <a:rPr lang="en-US" sz="2000" b="0" i="0" u="none" strike="noStrike" cap="none" dirty="0">
                <a:solidFill>
                  <a:schemeClr val="lt1"/>
                </a:solidFill>
                <a:latin typeface="Cambria"/>
                <a:ea typeface="Cambria"/>
                <a:cs typeface="Cambria"/>
                <a:sym typeface="Cambria"/>
              </a:rPr>
              <a:t>  Roll No. [BE-</a:t>
            </a:r>
            <a:r>
              <a:rPr lang="en-US" sz="2000" dirty="0">
                <a:solidFill>
                  <a:schemeClr val="lt1"/>
                </a:solidFill>
                <a:latin typeface="Cambria"/>
                <a:ea typeface="Cambria"/>
                <a:cs typeface="Cambria"/>
                <a:sym typeface="Cambria"/>
              </a:rPr>
              <a:t> BEBD22648</a:t>
            </a:r>
            <a:r>
              <a:rPr lang="en-US" sz="2000" b="0" i="0" u="none" strike="noStrike" cap="none" dirty="0">
                <a:solidFill>
                  <a:schemeClr val="lt1"/>
                </a:solidFill>
                <a:latin typeface="Cambria"/>
                <a:ea typeface="Cambria"/>
                <a:cs typeface="Cambria"/>
                <a:sym typeface="Cambria"/>
              </a:rPr>
              <a:t>]</a:t>
            </a:r>
            <a:endParaRPr sz="2000" dirty="0"/>
          </a:p>
          <a:p>
            <a:pPr lvl="1" algn="ctr">
              <a:lnSpc>
                <a:spcPct val="120000"/>
              </a:lnSpc>
            </a:pPr>
            <a:r>
              <a:rPr lang="en-US" sz="2000" b="0" i="0" u="none" strike="noStrike" cap="none" dirty="0">
                <a:solidFill>
                  <a:schemeClr val="lt1"/>
                </a:solidFill>
                <a:latin typeface="Cambria"/>
                <a:ea typeface="Cambria"/>
                <a:cs typeface="Cambria"/>
                <a:sym typeface="Cambria"/>
              </a:rPr>
              <a:t>Mr. Swarup </a:t>
            </a:r>
            <a:r>
              <a:rPr lang="en-US" sz="2000" dirty="0" err="1">
                <a:solidFill>
                  <a:schemeClr val="lt1"/>
                </a:solidFill>
                <a:latin typeface="Cambria"/>
                <a:ea typeface="Cambria"/>
                <a:cs typeface="Cambria"/>
                <a:sym typeface="Cambria"/>
              </a:rPr>
              <a:t>Mandhare</a:t>
            </a:r>
            <a:r>
              <a:rPr lang="en-US" sz="2000" dirty="0">
                <a:solidFill>
                  <a:schemeClr val="lt1"/>
                </a:solidFill>
                <a:latin typeface="Cambria"/>
                <a:ea typeface="Cambria"/>
                <a:cs typeface="Cambria"/>
                <a:sym typeface="Cambria"/>
              </a:rPr>
              <a:t> </a:t>
            </a:r>
            <a:r>
              <a:rPr lang="en-US" sz="2000" b="0" i="0" u="none" strike="noStrike" cap="none" dirty="0">
                <a:solidFill>
                  <a:schemeClr val="lt1"/>
                </a:solidFill>
                <a:latin typeface="Cambria"/>
                <a:ea typeface="Cambria"/>
                <a:cs typeface="Cambria"/>
                <a:sym typeface="Cambria"/>
              </a:rPr>
              <a:t> Roll No. [BE-</a:t>
            </a:r>
            <a:r>
              <a:rPr lang="en-US" sz="2000" dirty="0">
                <a:solidFill>
                  <a:schemeClr val="lt1"/>
                </a:solidFill>
                <a:latin typeface="Cambria"/>
                <a:ea typeface="Cambria"/>
                <a:cs typeface="Cambria"/>
                <a:sym typeface="Cambria"/>
              </a:rPr>
              <a:t> BEBD22643</a:t>
            </a:r>
            <a:r>
              <a:rPr lang="en-US" sz="2000" b="0" i="0" u="none" strike="noStrike" cap="none" dirty="0">
                <a:solidFill>
                  <a:schemeClr val="lt1"/>
                </a:solidFill>
                <a:latin typeface="Cambria"/>
                <a:ea typeface="Cambria"/>
                <a:cs typeface="Cambria"/>
                <a:sym typeface="Cambria"/>
              </a:rPr>
              <a:t>]</a:t>
            </a:r>
          </a:p>
          <a:p>
            <a:pPr lvl="1" algn="ctr">
              <a:lnSpc>
                <a:spcPct val="120000"/>
              </a:lnSpc>
            </a:pPr>
            <a:r>
              <a:rPr lang="en-US" sz="2000" dirty="0">
                <a:solidFill>
                  <a:schemeClr val="lt1"/>
                </a:solidFill>
                <a:latin typeface="Cambria"/>
                <a:ea typeface="Cambria"/>
                <a:cs typeface="Cambria"/>
                <a:sym typeface="Cambria"/>
              </a:rPr>
              <a:t>Ms. Suhani Yadav   Roll No. [BE- BEBD22577]</a:t>
            </a:r>
            <a:endParaRPr lang="en-US" sz="2000" dirty="0"/>
          </a:p>
          <a:p>
            <a:pPr marL="0" marR="0" lvl="1" indent="0" algn="ctr" rtl="0">
              <a:lnSpc>
                <a:spcPct val="120000"/>
              </a:lnSpc>
              <a:spcBef>
                <a:spcPts val="0"/>
              </a:spcBef>
              <a:spcAft>
                <a:spcPts val="0"/>
              </a:spcAft>
              <a:buNone/>
            </a:pPr>
            <a:endParaRPr sz="1800" b="0" i="0" u="none" strike="noStrike" cap="none" dirty="0">
              <a:solidFill>
                <a:schemeClr val="lt1"/>
              </a:solidFill>
              <a:latin typeface="Cambria"/>
              <a:ea typeface="Cambria"/>
              <a:cs typeface="Cambria"/>
              <a:sym typeface="Cambria"/>
            </a:endParaRPr>
          </a:p>
          <a:p>
            <a:pPr marL="0" marR="0" lvl="0" indent="0" algn="ctr" rtl="0">
              <a:lnSpc>
                <a:spcPct val="90000"/>
              </a:lnSpc>
              <a:spcBef>
                <a:spcPts val="0"/>
              </a:spcBef>
              <a:spcAft>
                <a:spcPts val="0"/>
              </a:spcAft>
              <a:buNone/>
            </a:pPr>
            <a:endParaRPr lang="en-US" sz="2200" dirty="0">
              <a:solidFill>
                <a:schemeClr val="lt1"/>
              </a:solidFill>
              <a:latin typeface="Cambria"/>
              <a:ea typeface="Cambria"/>
              <a:cs typeface="Twentieth Century"/>
              <a:sym typeface="Cambria"/>
            </a:endParaRPr>
          </a:p>
          <a:p>
            <a:pPr marL="0" marR="0" lvl="0" indent="0" algn="ctr" rtl="0">
              <a:lnSpc>
                <a:spcPct val="90000"/>
              </a:lnSpc>
              <a:spcBef>
                <a:spcPts val="0"/>
              </a:spcBef>
              <a:spcAft>
                <a:spcPts val="0"/>
              </a:spcAft>
              <a:buNone/>
            </a:pPr>
            <a:endParaRPr lang="en-US" sz="2200" b="1" i="0" u="none" strike="noStrike" cap="none" dirty="0">
              <a:solidFill>
                <a:schemeClr val="lt1"/>
              </a:solidFill>
              <a:latin typeface="Cambria"/>
              <a:ea typeface="Cambria"/>
              <a:cs typeface="Twentieth Century"/>
              <a:sym typeface="Cambria"/>
            </a:endParaRPr>
          </a:p>
          <a:p>
            <a:pPr marL="0" marR="0" lvl="0" indent="0" algn="ctr" rtl="0">
              <a:lnSpc>
                <a:spcPct val="90000"/>
              </a:lnSpc>
              <a:spcBef>
                <a:spcPts val="0"/>
              </a:spcBef>
              <a:spcAft>
                <a:spcPts val="0"/>
              </a:spcAft>
              <a:buNone/>
            </a:pPr>
            <a:r>
              <a:rPr lang="en-US" sz="2400" b="1" i="0" u="none" strike="noStrike" cap="none" dirty="0">
                <a:solidFill>
                  <a:schemeClr val="lt1"/>
                </a:solidFill>
                <a:latin typeface="Twentieth Century"/>
                <a:ea typeface="Twentieth Century"/>
                <a:cs typeface="Twentieth Century"/>
                <a:sym typeface="Twentieth Century"/>
              </a:rPr>
              <a:t>Department of Artificial Intelligence and Data Science</a:t>
            </a:r>
            <a:endParaRPr dirty="0"/>
          </a:p>
          <a:p>
            <a:pPr marL="0" marR="0" lvl="0" indent="0" algn="ctr" rtl="0">
              <a:spcBef>
                <a:spcPts val="0"/>
              </a:spcBef>
              <a:spcAft>
                <a:spcPts val="0"/>
              </a:spcAft>
              <a:buNone/>
            </a:pPr>
            <a:r>
              <a:rPr lang="en-US" sz="2400" b="1" i="0" u="none" strike="noStrike" cap="none" dirty="0">
                <a:solidFill>
                  <a:schemeClr val="lt1"/>
                </a:solidFill>
                <a:latin typeface="Twentieth Century"/>
                <a:ea typeface="Twentieth Century"/>
                <a:cs typeface="Twentieth Century"/>
                <a:sym typeface="Twentieth Century"/>
              </a:rPr>
              <a:t>Dr. D. Y. Patil Institute of Engineering, Management &amp;</a:t>
            </a:r>
            <a:endParaRPr sz="2400" b="0" i="0" u="none" strike="noStrike" cap="none" dirty="0">
              <a:solidFill>
                <a:schemeClr val="lt1"/>
              </a:solidFill>
              <a:latin typeface="Twentieth Century"/>
              <a:ea typeface="Twentieth Century"/>
              <a:cs typeface="Twentieth Century"/>
              <a:sym typeface="Twentieth Century"/>
            </a:endParaRPr>
          </a:p>
          <a:p>
            <a:pPr marL="0" marR="0" lvl="0" indent="0" algn="ctr" rtl="0">
              <a:spcBef>
                <a:spcPts val="0"/>
              </a:spcBef>
              <a:spcAft>
                <a:spcPts val="0"/>
              </a:spcAft>
              <a:buNone/>
            </a:pPr>
            <a:r>
              <a:rPr lang="en-US" sz="2400" b="1" i="0" u="none" strike="noStrike" cap="none" dirty="0">
                <a:solidFill>
                  <a:schemeClr val="lt1"/>
                </a:solidFill>
                <a:latin typeface="Twentieth Century"/>
                <a:ea typeface="Twentieth Century"/>
                <a:cs typeface="Twentieth Century"/>
                <a:sym typeface="Twentieth Century"/>
              </a:rPr>
              <a:t>Research, </a:t>
            </a:r>
            <a:r>
              <a:rPr lang="en-US" sz="2400" b="1" i="0" u="none" strike="noStrike" cap="none" dirty="0" err="1">
                <a:solidFill>
                  <a:schemeClr val="lt1"/>
                </a:solidFill>
                <a:latin typeface="Twentieth Century"/>
                <a:ea typeface="Twentieth Century"/>
                <a:cs typeface="Twentieth Century"/>
                <a:sym typeface="Twentieth Century"/>
              </a:rPr>
              <a:t>Akurdi</a:t>
            </a:r>
            <a:r>
              <a:rPr lang="en-US" sz="2400" b="1" i="0" u="none" strike="noStrike" cap="none" dirty="0">
                <a:solidFill>
                  <a:schemeClr val="lt1"/>
                </a:solidFill>
                <a:latin typeface="Twentieth Century"/>
                <a:ea typeface="Twentieth Century"/>
                <a:cs typeface="Twentieth Century"/>
                <a:sym typeface="Twentieth Century"/>
              </a:rPr>
              <a:t>, Pune-44</a:t>
            </a:r>
            <a:endParaRPr sz="2400" b="0" i="0" u="none" strike="noStrike" cap="none" dirty="0">
              <a:solidFill>
                <a:schemeClr val="lt1"/>
              </a:solidFill>
              <a:latin typeface="Twentieth Century"/>
              <a:ea typeface="Twentieth Century"/>
              <a:cs typeface="Twentieth Century"/>
              <a:sym typeface="Twentieth Century"/>
            </a:endParaRPr>
          </a:p>
          <a:p>
            <a:pPr marL="0" marR="0" lvl="0" indent="0" algn="ctr" rtl="0">
              <a:spcBef>
                <a:spcPts val="0"/>
              </a:spcBef>
              <a:spcAft>
                <a:spcPts val="0"/>
              </a:spcAft>
              <a:buNone/>
            </a:pPr>
            <a:r>
              <a:rPr lang="en-US" sz="2400" b="1" i="0" u="none" strike="noStrike" cap="none" dirty="0">
                <a:solidFill>
                  <a:schemeClr val="lt1"/>
                </a:solidFill>
                <a:latin typeface="Twentieth Century"/>
                <a:ea typeface="Twentieth Century"/>
                <a:cs typeface="Twentieth Century"/>
                <a:sym typeface="Twentieth Century"/>
              </a:rPr>
              <a:t>Academic Year 202</a:t>
            </a:r>
            <a:r>
              <a:rPr lang="en-US" sz="2400" b="1" dirty="0">
                <a:solidFill>
                  <a:schemeClr val="lt1"/>
                </a:solidFill>
                <a:latin typeface="Twentieth Century"/>
                <a:ea typeface="Twentieth Century"/>
                <a:cs typeface="Twentieth Century"/>
                <a:sym typeface="Twentieth Century"/>
              </a:rPr>
              <a:t>5</a:t>
            </a:r>
            <a:r>
              <a:rPr lang="en-US" sz="2400" b="1" i="0" u="none" strike="noStrike" cap="none" dirty="0">
                <a:solidFill>
                  <a:schemeClr val="lt1"/>
                </a:solidFill>
                <a:latin typeface="Twentieth Century"/>
                <a:ea typeface="Twentieth Century"/>
                <a:cs typeface="Twentieth Century"/>
                <a:sym typeface="Twentieth Century"/>
              </a:rPr>
              <a:t>-2</a:t>
            </a:r>
            <a:r>
              <a:rPr lang="en-US" sz="2400" b="1" dirty="0">
                <a:solidFill>
                  <a:schemeClr val="lt1"/>
                </a:solidFill>
                <a:latin typeface="Twentieth Century"/>
                <a:ea typeface="Twentieth Century"/>
                <a:cs typeface="Twentieth Century"/>
                <a:sym typeface="Twentieth Century"/>
              </a:rPr>
              <a:t>6</a:t>
            </a:r>
            <a:endParaRPr dirty="0"/>
          </a:p>
          <a:p>
            <a:pPr marL="0" marR="0" lvl="0" indent="0" algn="ctr" rtl="0">
              <a:spcBef>
                <a:spcPts val="0"/>
              </a:spcBef>
              <a:spcAft>
                <a:spcPts val="0"/>
              </a:spcAft>
              <a:buNone/>
            </a:pPr>
            <a:endParaRPr sz="2400" b="0" i="0" u="none" strike="noStrike" cap="none" dirty="0">
              <a:solidFill>
                <a:schemeClr val="lt1"/>
              </a:solidFill>
              <a:latin typeface="Twentieth Century"/>
              <a:ea typeface="Twentieth Century"/>
              <a:cs typeface="Twentieth Century"/>
              <a:sym typeface="Twentieth Century"/>
            </a:endParaRPr>
          </a:p>
          <a:p>
            <a:pPr marL="0" marR="0" lvl="0" indent="0" algn="ctr" rtl="0">
              <a:lnSpc>
                <a:spcPct val="30000"/>
              </a:lnSpc>
              <a:spcBef>
                <a:spcPts val="0"/>
              </a:spcBef>
              <a:spcAft>
                <a:spcPts val="0"/>
              </a:spcAft>
              <a:buNone/>
            </a:pPr>
            <a:r>
              <a:rPr lang="en-US" sz="1900" b="1" i="0" u="none" strike="noStrike" cap="none" dirty="0">
                <a:solidFill>
                  <a:schemeClr val="lt1"/>
                </a:solidFill>
                <a:latin typeface="Cambria"/>
                <a:ea typeface="Cambria"/>
                <a:cs typeface="Cambria"/>
                <a:sym typeface="Cambria"/>
              </a:rPr>
              <a:t>B.E. SEM I</a:t>
            </a:r>
            <a:endParaRPr dirty="0"/>
          </a:p>
        </p:txBody>
      </p:sp>
      <p:pic>
        <p:nvPicPr>
          <p:cNvPr id="235" name="Google Shape;235;p1" descr="C:\Users\HOD\Downloads\logo.jpg"/>
          <p:cNvPicPr preferRelativeResize="0"/>
          <p:nvPr/>
        </p:nvPicPr>
        <p:blipFill rotWithShape="1">
          <a:blip r:embed="rId3">
            <a:alphaModFix/>
          </a:blip>
          <a:srcRect/>
          <a:stretch/>
        </p:blipFill>
        <p:spPr>
          <a:xfrm>
            <a:off x="5715051" y="3110451"/>
            <a:ext cx="594209" cy="57401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2"/>
          <p:cNvSpPr txBox="1">
            <a:spLocks noGrp="1"/>
          </p:cNvSpPr>
          <p:nvPr>
            <p:ph type="title"/>
          </p:nvPr>
        </p:nvSpPr>
        <p:spPr>
          <a:xfrm>
            <a:off x="1141413" y="618518"/>
            <a:ext cx="9905998" cy="68177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4111C"/>
              </a:buClr>
              <a:buSzPts val="3600"/>
              <a:buFont typeface="Times New Roman"/>
              <a:buNone/>
            </a:pPr>
            <a:r>
              <a:rPr lang="en-US" b="1" cap="small">
                <a:solidFill>
                  <a:srgbClr val="04111C"/>
                </a:solidFill>
                <a:latin typeface="Times New Roman"/>
                <a:ea typeface="Times New Roman"/>
                <a:cs typeface="Times New Roman"/>
                <a:sym typeface="Times New Roman"/>
              </a:rPr>
              <a:t>Outlines:</a:t>
            </a:r>
            <a:endParaRPr/>
          </a:p>
        </p:txBody>
      </p:sp>
      <p:sp>
        <p:nvSpPr>
          <p:cNvPr id="241" name="Google Shape;241;p2"/>
          <p:cNvSpPr txBox="1">
            <a:spLocks noGrp="1"/>
          </p:cNvSpPr>
          <p:nvPr>
            <p:ph type="body" idx="1"/>
          </p:nvPr>
        </p:nvSpPr>
        <p:spPr>
          <a:xfrm>
            <a:off x="1074300" y="1426128"/>
            <a:ext cx="9905999" cy="4848838"/>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Clr>
                <a:schemeClr val="lt1"/>
              </a:buClr>
              <a:buSzPts val="3000"/>
              <a:buChar char="•"/>
            </a:pPr>
            <a:r>
              <a:rPr lang="en-US" dirty="0">
                <a:latin typeface="Times New Roman" panose="02020603050405020304" pitchFamily="18" charset="0"/>
                <a:ea typeface="Times New Roman"/>
                <a:cs typeface="Times New Roman" panose="02020603050405020304" pitchFamily="18" charset="0"/>
                <a:sym typeface="Times New Roman"/>
              </a:rPr>
              <a:t>Introduction to the Domain</a:t>
            </a:r>
            <a:endParaRPr dirty="0">
              <a:latin typeface="Times New Roman" panose="02020603050405020304" pitchFamily="18" charset="0"/>
              <a:cs typeface="Times New Roman" panose="02020603050405020304" pitchFamily="18" charset="0"/>
            </a:endParaRPr>
          </a:p>
          <a:p>
            <a:pPr marL="228600" lvl="0" indent="-228600" algn="l" rtl="0">
              <a:lnSpc>
                <a:spcPct val="120000"/>
              </a:lnSpc>
              <a:spcBef>
                <a:spcPts val="1000"/>
              </a:spcBef>
              <a:spcAft>
                <a:spcPts val="0"/>
              </a:spcAft>
              <a:buClr>
                <a:schemeClr val="lt1"/>
              </a:buClr>
              <a:buSzPts val="3000"/>
              <a:buChar char="•"/>
            </a:pPr>
            <a:r>
              <a:rPr lang="en-US" dirty="0">
                <a:latin typeface="Times New Roman" panose="02020603050405020304" pitchFamily="18" charset="0"/>
                <a:ea typeface="Times New Roman"/>
                <a:cs typeface="Times New Roman" panose="02020603050405020304" pitchFamily="18" charset="0"/>
                <a:sym typeface="Times New Roman"/>
              </a:rPr>
              <a:t>Motivation</a:t>
            </a:r>
            <a:endParaRPr dirty="0">
              <a:latin typeface="Times New Roman" panose="02020603050405020304" pitchFamily="18" charset="0"/>
              <a:ea typeface="Times New Roman"/>
              <a:cs typeface="Times New Roman" panose="02020603050405020304" pitchFamily="18" charset="0"/>
              <a:sym typeface="Times New Roman"/>
            </a:endParaRPr>
          </a:p>
          <a:p>
            <a:pPr marL="228600" lvl="0" indent="-228600" algn="l" rtl="0">
              <a:lnSpc>
                <a:spcPct val="120000"/>
              </a:lnSpc>
              <a:spcBef>
                <a:spcPts val="1000"/>
              </a:spcBef>
              <a:spcAft>
                <a:spcPts val="0"/>
              </a:spcAft>
              <a:buClr>
                <a:schemeClr val="lt1"/>
              </a:buClr>
              <a:buSzPts val="3000"/>
              <a:buChar char="•"/>
            </a:pPr>
            <a:r>
              <a:rPr lang="en-US" dirty="0">
                <a:latin typeface="Times New Roman" panose="02020603050405020304" pitchFamily="18" charset="0"/>
                <a:ea typeface="Times New Roman"/>
                <a:cs typeface="Times New Roman" panose="02020603050405020304" pitchFamily="18" charset="0"/>
                <a:sym typeface="Times New Roman"/>
              </a:rPr>
              <a:t>Problem Statement</a:t>
            </a:r>
            <a:endParaRPr dirty="0">
              <a:latin typeface="Times New Roman" panose="02020603050405020304" pitchFamily="18" charset="0"/>
              <a:cs typeface="Times New Roman" panose="02020603050405020304" pitchFamily="18" charset="0"/>
            </a:endParaRPr>
          </a:p>
          <a:p>
            <a:pPr marL="228600" lvl="0" indent="-228600" algn="l" rtl="0">
              <a:lnSpc>
                <a:spcPct val="120000"/>
              </a:lnSpc>
              <a:spcBef>
                <a:spcPts val="1000"/>
              </a:spcBef>
              <a:spcAft>
                <a:spcPts val="0"/>
              </a:spcAft>
              <a:buClr>
                <a:schemeClr val="lt1"/>
              </a:buClr>
              <a:buSzPts val="3000"/>
              <a:buChar char="•"/>
            </a:pPr>
            <a:r>
              <a:rPr lang="en-US" dirty="0">
                <a:latin typeface="Times New Roman" panose="02020603050405020304" pitchFamily="18" charset="0"/>
                <a:ea typeface="Times New Roman"/>
                <a:cs typeface="Times New Roman" panose="02020603050405020304" pitchFamily="18" charset="0"/>
                <a:sym typeface="Times New Roman"/>
              </a:rPr>
              <a:t>Objective </a:t>
            </a:r>
            <a:endParaRPr dirty="0">
              <a:latin typeface="Times New Roman" panose="02020603050405020304" pitchFamily="18" charset="0"/>
              <a:cs typeface="Times New Roman" panose="02020603050405020304" pitchFamily="18" charset="0"/>
            </a:endParaRPr>
          </a:p>
          <a:p>
            <a:pPr marL="228600" lvl="0" indent="-228600" algn="l" rtl="0">
              <a:lnSpc>
                <a:spcPct val="120000"/>
              </a:lnSpc>
              <a:spcBef>
                <a:spcPts val="1000"/>
              </a:spcBef>
              <a:spcAft>
                <a:spcPts val="0"/>
              </a:spcAft>
              <a:buClr>
                <a:schemeClr val="lt1"/>
              </a:buClr>
              <a:buSzPts val="3000"/>
              <a:buChar char="•"/>
            </a:pPr>
            <a:r>
              <a:rPr lang="en-US" dirty="0">
                <a:latin typeface="Times New Roman" panose="02020603050405020304" pitchFamily="18" charset="0"/>
                <a:ea typeface="Times New Roman"/>
                <a:cs typeface="Times New Roman" panose="02020603050405020304" pitchFamily="18" charset="0"/>
                <a:sym typeface="Times New Roman"/>
              </a:rPr>
              <a:t>Conclusion</a:t>
            </a:r>
            <a:endParaRPr dirty="0">
              <a:latin typeface="Times New Roman" panose="02020603050405020304" pitchFamily="18" charset="0"/>
              <a:ea typeface="Times New Roman"/>
              <a:cs typeface="Times New Roman" panose="02020603050405020304" pitchFamily="18" charset="0"/>
              <a:sym typeface="Times New Roman"/>
            </a:endParaRPr>
          </a:p>
          <a:p>
            <a:pPr marL="228600" lvl="0" indent="0" algn="l" rtl="0">
              <a:lnSpc>
                <a:spcPct val="120000"/>
              </a:lnSpc>
              <a:spcBef>
                <a:spcPts val="1000"/>
              </a:spcBef>
              <a:spcAft>
                <a:spcPts val="0"/>
              </a:spcAft>
              <a:buNone/>
            </a:pPr>
            <a:endParaRPr dirty="0"/>
          </a:p>
          <a:p>
            <a:pPr marL="228600" lvl="0" indent="-38100" algn="l" rtl="0">
              <a:lnSpc>
                <a:spcPct val="120000"/>
              </a:lnSpc>
              <a:spcBef>
                <a:spcPts val="1000"/>
              </a:spcBef>
              <a:spcAft>
                <a:spcPts val="0"/>
              </a:spcAft>
              <a:buClr>
                <a:schemeClr val="lt1"/>
              </a:buClr>
              <a:buSzPts val="3000"/>
              <a:buNone/>
            </a:pPr>
            <a:endParaRPr dirty="0">
              <a:latin typeface="Times New Roman"/>
              <a:ea typeface="Times New Roman"/>
              <a:cs typeface="Times New Roman"/>
              <a:sym typeface="Times New Roman"/>
            </a:endParaRPr>
          </a:p>
          <a:p>
            <a:pPr marL="228600" lvl="0" indent="-38100" algn="l" rtl="0">
              <a:lnSpc>
                <a:spcPct val="120000"/>
              </a:lnSpc>
              <a:spcBef>
                <a:spcPts val="1000"/>
              </a:spcBef>
              <a:spcAft>
                <a:spcPts val="0"/>
              </a:spcAft>
              <a:buClr>
                <a:schemeClr val="lt1"/>
              </a:buClr>
              <a:buSzPts val="3000"/>
              <a:buNone/>
            </a:pPr>
            <a:endParaRPr dirty="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
          <p:cNvSpPr txBox="1">
            <a:spLocks noGrp="1"/>
          </p:cNvSpPr>
          <p:nvPr>
            <p:ph type="title"/>
          </p:nvPr>
        </p:nvSpPr>
        <p:spPr>
          <a:xfrm>
            <a:off x="1141413" y="618518"/>
            <a:ext cx="9905998" cy="147857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4111C"/>
              </a:buClr>
              <a:buSzPts val="3600"/>
              <a:buFont typeface="Times New Roman"/>
              <a:buNone/>
            </a:pPr>
            <a:r>
              <a:rPr lang="en-US" b="1" cap="small" dirty="0">
                <a:solidFill>
                  <a:srgbClr val="04111C"/>
                </a:solidFill>
                <a:latin typeface="Times New Roman"/>
                <a:ea typeface="Times New Roman"/>
                <a:cs typeface="Times New Roman"/>
                <a:sym typeface="Times New Roman"/>
              </a:rPr>
              <a:t>Introduction</a:t>
            </a:r>
            <a:r>
              <a:rPr lang="en-US" b="1" dirty="0">
                <a:latin typeface="Times New Roman"/>
                <a:ea typeface="Times New Roman"/>
                <a:cs typeface="Times New Roman"/>
                <a:sym typeface="Times New Roman"/>
              </a:rPr>
              <a:t> </a:t>
            </a:r>
            <a:r>
              <a:rPr lang="en-US" b="1" cap="small" dirty="0">
                <a:solidFill>
                  <a:srgbClr val="04111C"/>
                </a:solidFill>
                <a:latin typeface="Times New Roman"/>
                <a:ea typeface="Times New Roman"/>
                <a:cs typeface="Times New Roman"/>
                <a:sym typeface="Times New Roman"/>
              </a:rPr>
              <a:t>To The Domain:</a:t>
            </a:r>
            <a:endParaRPr b="1" cap="small" dirty="0">
              <a:solidFill>
                <a:srgbClr val="04111C"/>
              </a:solidFill>
              <a:latin typeface="Times New Roman"/>
              <a:ea typeface="Times New Roman"/>
              <a:cs typeface="Times New Roman"/>
              <a:sym typeface="Times New Roman"/>
            </a:endParaRPr>
          </a:p>
        </p:txBody>
      </p:sp>
      <p:sp>
        <p:nvSpPr>
          <p:cNvPr id="247" name="Google Shape;247;p3"/>
          <p:cNvSpPr txBox="1">
            <a:spLocks noGrp="1"/>
          </p:cNvSpPr>
          <p:nvPr>
            <p:ph type="body" idx="1"/>
          </p:nvPr>
        </p:nvSpPr>
        <p:spPr>
          <a:xfrm>
            <a:off x="974264" y="1797203"/>
            <a:ext cx="9905999" cy="3541714"/>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spcBef>
                <a:spcPts val="0"/>
              </a:spcBef>
              <a:buSzPts val="3000"/>
            </a:pPr>
            <a:r>
              <a:rPr lang="en-US" sz="2600" b="1" dirty="0">
                <a:latin typeface="Times New Roman" panose="02020603050405020304" pitchFamily="18" charset="0"/>
                <a:cs typeface="Times New Roman" panose="02020603050405020304" pitchFamily="18" charset="0"/>
              </a:rPr>
              <a:t>Interior design</a:t>
            </a:r>
            <a:r>
              <a:rPr lang="en-US" sz="2600" dirty="0">
                <a:latin typeface="Times New Roman" panose="02020603050405020304" pitchFamily="18" charset="0"/>
                <a:cs typeface="Times New Roman" panose="02020603050405020304" pitchFamily="18" charset="0"/>
              </a:rPr>
              <a:t> is the process of planning and decorating indoor spaces to improve their functionality and appearance. Traditionally, it involves manual sketching, measuring, and selecting furniture and colors.</a:t>
            </a:r>
          </a:p>
          <a:p>
            <a:pPr marL="0" lvl="0" indent="0">
              <a:spcBef>
                <a:spcPts val="0"/>
              </a:spcBef>
              <a:buSzPts val="3000"/>
              <a:buNone/>
            </a:pPr>
            <a:endParaRPr lang="en-US" dirty="0">
              <a:latin typeface="Times New Roman" panose="02020603050405020304" pitchFamily="18" charset="0"/>
              <a:cs typeface="Times New Roman" panose="02020603050405020304" pitchFamily="18" charset="0"/>
            </a:endParaRPr>
          </a:p>
          <a:p>
            <a:pPr marL="228600" lvl="0" indent="-228600">
              <a:spcBef>
                <a:spcPts val="0"/>
              </a:spcBef>
              <a:buSzPts val="3000"/>
            </a:pPr>
            <a:r>
              <a:rPr lang="en-US" sz="2600" dirty="0">
                <a:latin typeface="Times New Roman" panose="02020603050405020304" pitchFamily="18" charset="0"/>
                <a:cs typeface="Times New Roman" panose="02020603050405020304" pitchFamily="18" charset="0"/>
              </a:rPr>
              <a:t>AI in interior design uses technologies like </a:t>
            </a:r>
            <a:r>
              <a:rPr lang="en-US" sz="2600" b="1" dirty="0">
                <a:latin typeface="Times New Roman" panose="02020603050405020304" pitchFamily="18" charset="0"/>
                <a:cs typeface="Times New Roman" panose="02020603050405020304" pitchFamily="18" charset="0"/>
              </a:rPr>
              <a:t>computer vision</a:t>
            </a:r>
            <a:r>
              <a:rPr lang="en-US" sz="2600" dirty="0">
                <a:latin typeface="Times New Roman" panose="02020603050405020304" pitchFamily="18" charset="0"/>
                <a:cs typeface="Times New Roman" panose="02020603050405020304" pitchFamily="18" charset="0"/>
              </a:rPr>
              <a:t>, </a:t>
            </a:r>
            <a:r>
              <a:rPr lang="en-US" sz="2600" b="1" dirty="0">
                <a:latin typeface="Times New Roman" panose="02020603050405020304" pitchFamily="18" charset="0"/>
                <a:cs typeface="Times New Roman" panose="02020603050405020304" pitchFamily="18" charset="0"/>
              </a:rPr>
              <a:t>3D modeling</a:t>
            </a:r>
            <a:r>
              <a:rPr lang="en-US" sz="2600" dirty="0">
                <a:latin typeface="Times New Roman" panose="02020603050405020304" pitchFamily="18" charset="0"/>
                <a:cs typeface="Times New Roman" panose="02020603050405020304" pitchFamily="18" charset="0"/>
              </a:rPr>
              <a:t>, </a:t>
            </a:r>
            <a:r>
              <a:rPr lang="en-US" sz="2600" b="1" dirty="0">
                <a:latin typeface="Times New Roman" panose="02020603050405020304" pitchFamily="18" charset="0"/>
                <a:cs typeface="Times New Roman" panose="02020603050405020304" pitchFamily="18" charset="0"/>
              </a:rPr>
              <a:t>generative AI</a:t>
            </a:r>
            <a:r>
              <a:rPr lang="en-US" sz="2600" dirty="0">
                <a:latin typeface="Times New Roman" panose="02020603050405020304" pitchFamily="18" charset="0"/>
                <a:cs typeface="Times New Roman" panose="02020603050405020304" pitchFamily="18" charset="0"/>
              </a:rPr>
              <a:t>, and </a:t>
            </a:r>
            <a:r>
              <a:rPr lang="en-US" sz="2600" b="1" dirty="0">
                <a:latin typeface="Times New Roman" panose="02020603050405020304" pitchFamily="18" charset="0"/>
                <a:cs typeface="Times New Roman" panose="02020603050405020304" pitchFamily="18" charset="0"/>
              </a:rPr>
              <a:t>decision-making models</a:t>
            </a:r>
            <a:r>
              <a:rPr lang="en-US" sz="2600" dirty="0">
                <a:latin typeface="Times New Roman" panose="02020603050405020304" pitchFamily="18" charset="0"/>
                <a:cs typeface="Times New Roman" panose="02020603050405020304" pitchFamily="18" charset="0"/>
              </a:rPr>
              <a:t> (like MDP) to automate layout planning, personalize designs, and improve user satisfaction — making the design process faster, smarter, and more sustainable for homes, offices, and commercial spaces.</a:t>
            </a:r>
          </a:p>
          <a:p>
            <a:pPr marL="0" lvl="0" indent="0">
              <a:spcBef>
                <a:spcPts val="0"/>
              </a:spcBef>
              <a:buSzPts val="3000"/>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4"/>
          <p:cNvSpPr txBox="1">
            <a:spLocks noGrp="1"/>
          </p:cNvSpPr>
          <p:nvPr>
            <p:ph type="title"/>
          </p:nvPr>
        </p:nvSpPr>
        <p:spPr>
          <a:xfrm>
            <a:off x="1141413" y="618518"/>
            <a:ext cx="9905998" cy="147857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4111C"/>
              </a:buClr>
              <a:buSzPts val="3600"/>
              <a:buFont typeface="Times New Roman"/>
              <a:buNone/>
            </a:pPr>
            <a:r>
              <a:rPr lang="en-US" b="1" cap="small" dirty="0">
                <a:solidFill>
                  <a:srgbClr val="04111C"/>
                </a:solidFill>
                <a:latin typeface="Times New Roman"/>
                <a:ea typeface="Times New Roman"/>
                <a:cs typeface="Times New Roman"/>
                <a:sym typeface="Times New Roman"/>
              </a:rPr>
              <a:t>Motivation:</a:t>
            </a:r>
            <a:br>
              <a:rPr lang="en-US" b="1" cap="small" dirty="0">
                <a:solidFill>
                  <a:srgbClr val="04111C"/>
                </a:solidFill>
                <a:latin typeface="Times New Roman"/>
                <a:ea typeface="Times New Roman"/>
                <a:cs typeface="Times New Roman"/>
                <a:sym typeface="Times New Roman"/>
              </a:rPr>
            </a:br>
            <a:endParaRPr b="1" cap="small" dirty="0">
              <a:solidFill>
                <a:srgbClr val="04111C"/>
              </a:solidFill>
              <a:latin typeface="Times New Roman"/>
              <a:ea typeface="Times New Roman"/>
              <a:cs typeface="Times New Roman"/>
              <a:sym typeface="Times New Roman"/>
            </a:endParaRPr>
          </a:p>
        </p:txBody>
      </p:sp>
      <p:sp>
        <p:nvSpPr>
          <p:cNvPr id="253" name="Google Shape;253;p4"/>
          <p:cNvSpPr txBox="1">
            <a:spLocks noGrp="1"/>
          </p:cNvSpPr>
          <p:nvPr>
            <p:ph type="body" idx="1"/>
          </p:nvPr>
        </p:nvSpPr>
        <p:spPr>
          <a:xfrm>
            <a:off x="944767" y="1815459"/>
            <a:ext cx="9905999" cy="3541714"/>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3000"/>
            </a:pPr>
            <a:r>
              <a:rPr lang="en-US" dirty="0">
                <a:latin typeface="Times New Roman" panose="02020603050405020304" pitchFamily="18" charset="0"/>
                <a:cs typeface="Times New Roman" panose="02020603050405020304" pitchFamily="18" charset="0"/>
              </a:rPr>
              <a:t>Manual interior design is slow and effort-intensive</a:t>
            </a:r>
          </a:p>
          <a:p>
            <a:pPr marL="228600" lvl="0" indent="-228600">
              <a:spcBef>
                <a:spcPts val="0"/>
              </a:spcBef>
              <a:buSzPts val="3000"/>
            </a:pPr>
            <a:r>
              <a:rPr lang="en-US" b="1" dirty="0">
                <a:latin typeface="Times New Roman" panose="02020603050405020304" pitchFamily="18" charset="0"/>
                <a:cs typeface="Times New Roman" panose="02020603050405020304" pitchFamily="18" charset="0"/>
              </a:rPr>
              <a:t>Generative AI </a:t>
            </a:r>
            <a:r>
              <a:rPr lang="en-US" dirty="0">
                <a:latin typeface="Times New Roman" panose="02020603050405020304" pitchFamily="18" charset="0"/>
                <a:cs typeface="Times New Roman" panose="02020603050405020304" pitchFamily="18" charset="0"/>
              </a:rPr>
              <a:t>can boost creativity and offer multiple design options</a:t>
            </a:r>
          </a:p>
          <a:p>
            <a:pPr marL="228600" lvl="0" indent="-228600">
              <a:spcBef>
                <a:spcPts val="0"/>
              </a:spcBef>
              <a:buSzPts val="3000"/>
            </a:pPr>
            <a:r>
              <a:rPr lang="en-US" dirty="0">
                <a:latin typeface="Times New Roman" panose="02020603050405020304" pitchFamily="18" charset="0"/>
                <a:cs typeface="Times New Roman" panose="02020603050405020304" pitchFamily="18" charset="0"/>
              </a:rPr>
              <a:t>AI enables </a:t>
            </a:r>
            <a:r>
              <a:rPr lang="en-US" b="1" dirty="0">
                <a:latin typeface="Times New Roman" panose="02020603050405020304" pitchFamily="18" charset="0"/>
                <a:cs typeface="Times New Roman" panose="02020603050405020304" pitchFamily="18" charset="0"/>
              </a:rPr>
              <a:t>real-time sensing </a:t>
            </a:r>
            <a:r>
              <a:rPr lang="en-US" dirty="0">
                <a:latin typeface="Times New Roman" panose="02020603050405020304" pitchFamily="18" charset="0"/>
                <a:cs typeface="Times New Roman" panose="02020603050405020304" pitchFamily="18" charset="0"/>
              </a:rPr>
              <a:t>and layout planning from simple inputs</a:t>
            </a:r>
          </a:p>
          <a:p>
            <a:pPr marL="228600" lvl="0" indent="-228600">
              <a:spcBef>
                <a:spcPts val="0"/>
              </a:spcBef>
              <a:buSzPts val="3000"/>
            </a:pPr>
            <a:r>
              <a:rPr lang="en-US" dirty="0">
                <a:latin typeface="Times New Roman" panose="02020603050405020304" pitchFamily="18" charset="0"/>
                <a:cs typeface="Times New Roman" panose="02020603050405020304" pitchFamily="18" charset="0"/>
              </a:rPr>
              <a:t>Need for </a:t>
            </a:r>
            <a:r>
              <a:rPr lang="en-US" b="1" dirty="0">
                <a:latin typeface="Times New Roman" panose="02020603050405020304" pitchFamily="18" charset="0"/>
                <a:cs typeface="Times New Roman" panose="02020603050405020304" pitchFamily="18" charset="0"/>
              </a:rPr>
              <a:t>eco-friendly</a:t>
            </a:r>
            <a:r>
              <a:rPr lang="en-US" dirty="0">
                <a:latin typeface="Times New Roman" panose="02020603050405020304" pitchFamily="18" charset="0"/>
                <a:cs typeface="Times New Roman" panose="02020603050405020304" pitchFamily="18" charset="0"/>
              </a:rPr>
              <a:t> and sustainable design choices</a:t>
            </a:r>
          </a:p>
          <a:p>
            <a:pPr marL="228600" lvl="0" indent="-228600">
              <a:spcBef>
                <a:spcPts val="0"/>
              </a:spcBef>
              <a:buSzPts val="3000"/>
            </a:pPr>
            <a:r>
              <a:rPr lang="en-US" dirty="0">
                <a:latin typeface="Times New Roman" panose="02020603050405020304" pitchFamily="18" charset="0"/>
                <a:cs typeface="Times New Roman" panose="02020603050405020304" pitchFamily="18" charset="0"/>
              </a:rPr>
              <a:t>Growing demand for </a:t>
            </a:r>
            <a:r>
              <a:rPr lang="en-US" b="1" dirty="0">
                <a:latin typeface="Times New Roman" panose="02020603050405020304" pitchFamily="18" charset="0"/>
                <a:cs typeface="Times New Roman" panose="02020603050405020304" pitchFamily="18" charset="0"/>
              </a:rPr>
              <a:t>faster, smarter,</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personalized </a:t>
            </a:r>
            <a:r>
              <a:rPr lang="en-US" dirty="0">
                <a:latin typeface="Times New Roman" panose="02020603050405020304" pitchFamily="18" charset="0"/>
                <a:cs typeface="Times New Roman" panose="02020603050405020304" pitchFamily="18" charset="0"/>
              </a:rPr>
              <a:t>design solutions</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5"/>
          <p:cNvSpPr txBox="1">
            <a:spLocks noGrp="1"/>
          </p:cNvSpPr>
          <p:nvPr>
            <p:ph type="title"/>
          </p:nvPr>
        </p:nvSpPr>
        <p:spPr>
          <a:xfrm>
            <a:off x="934934" y="102323"/>
            <a:ext cx="9905998" cy="147857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4111C"/>
              </a:buClr>
              <a:buSzPts val="3600"/>
              <a:buFont typeface="Times New Roman"/>
              <a:buNone/>
            </a:pPr>
            <a:r>
              <a:rPr lang="en-US" b="1" cap="small" dirty="0">
                <a:solidFill>
                  <a:srgbClr val="04111C"/>
                </a:solidFill>
                <a:latin typeface="Times New Roman"/>
                <a:ea typeface="Times New Roman"/>
                <a:cs typeface="Times New Roman"/>
                <a:sym typeface="Times New Roman"/>
              </a:rPr>
              <a:t>Problem Statement:</a:t>
            </a:r>
            <a:br>
              <a:rPr lang="en-US" b="1" cap="small" dirty="0">
                <a:solidFill>
                  <a:srgbClr val="04111C"/>
                </a:solidFill>
                <a:latin typeface="Times New Roman"/>
                <a:ea typeface="Times New Roman"/>
                <a:cs typeface="Times New Roman"/>
                <a:sym typeface="Times New Roman"/>
              </a:rPr>
            </a:br>
            <a:endParaRPr b="1" cap="small" dirty="0">
              <a:solidFill>
                <a:srgbClr val="04111C"/>
              </a:solidFill>
              <a:latin typeface="Times New Roman"/>
              <a:ea typeface="Times New Roman"/>
              <a:cs typeface="Times New Roman"/>
              <a:sym typeface="Times New Roman"/>
            </a:endParaRPr>
          </a:p>
        </p:txBody>
      </p:sp>
      <p:sp>
        <p:nvSpPr>
          <p:cNvPr id="259" name="Google Shape;259;p5"/>
          <p:cNvSpPr txBox="1">
            <a:spLocks noGrp="1"/>
          </p:cNvSpPr>
          <p:nvPr>
            <p:ph type="body" idx="1"/>
          </p:nvPr>
        </p:nvSpPr>
        <p:spPr>
          <a:xfrm>
            <a:off x="836295" y="1138031"/>
            <a:ext cx="9905999" cy="3541714"/>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3000"/>
            </a:pPr>
            <a:r>
              <a:rPr lang="en-US" dirty="0">
                <a:latin typeface="Times New Roman" panose="02020603050405020304" pitchFamily="18" charset="0"/>
                <a:cs typeface="Times New Roman" panose="02020603050405020304" pitchFamily="18" charset="0"/>
              </a:rPr>
              <a:t>Many people struggle to visualize multiple design options without physically placing furniture and decor in the space. This process uses time and resources, as clients have to physically set up and take down multiple design configurations and also it is a manual process , so we cant recursively implement on large scale . </a:t>
            </a:r>
            <a:endParaRPr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64513265-864B-6F88-B34B-4E97AD318350}"/>
              </a:ext>
            </a:extLst>
          </p:cNvPr>
          <p:cNvPicPr>
            <a:picLocks noChangeAspect="1"/>
          </p:cNvPicPr>
          <p:nvPr/>
        </p:nvPicPr>
        <p:blipFill>
          <a:blip r:embed="rId3"/>
          <a:stretch>
            <a:fillRect/>
          </a:stretch>
        </p:blipFill>
        <p:spPr>
          <a:xfrm>
            <a:off x="6718299" y="3930711"/>
            <a:ext cx="2619375" cy="1807906"/>
          </a:xfrm>
          <a:prstGeom prst="rect">
            <a:avLst/>
          </a:prstGeom>
        </p:spPr>
      </p:pic>
      <p:pic>
        <p:nvPicPr>
          <p:cNvPr id="1026" name="Picture 2" descr="Manual Skills in Interior Design ...">
            <a:extLst>
              <a:ext uri="{FF2B5EF4-FFF2-40B4-BE49-F238E27FC236}">
                <a16:creationId xmlns:a16="http://schemas.microsoft.com/office/drawing/2014/main" id="{3FE5555B-F072-1172-F1AF-DE0631CE9F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9706" y="3930711"/>
            <a:ext cx="2619375" cy="1743075"/>
          </a:xfrm>
          <a:prstGeom prst="rect">
            <a:avLst/>
          </a:prstGeom>
          <a:noFill/>
          <a:extLst>
            <a:ext uri="{909E8E84-426E-40DD-AFC4-6F175D3DCCD1}">
              <a14:hiddenFill xmlns:a14="http://schemas.microsoft.com/office/drawing/2010/main">
                <a:solidFill>
                  <a:srgbClr val="FFFFFF"/>
                </a:solidFill>
              </a14:hiddenFill>
            </a:ext>
          </a:extLst>
        </p:spPr>
      </p:pic>
      <p:sp>
        <p:nvSpPr>
          <p:cNvPr id="4" name="Arrow: Right 3">
            <a:extLst>
              <a:ext uri="{FF2B5EF4-FFF2-40B4-BE49-F238E27FC236}">
                <a16:creationId xmlns:a16="http://schemas.microsoft.com/office/drawing/2014/main" id="{13E4EA4D-E006-A1CD-762F-5046E4EC63F6}"/>
              </a:ext>
            </a:extLst>
          </p:cNvPr>
          <p:cNvSpPr/>
          <p:nvPr/>
        </p:nvSpPr>
        <p:spPr>
          <a:xfrm>
            <a:off x="5066032" y="4726294"/>
            <a:ext cx="815340" cy="550462"/>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6"/>
          <p:cNvSpPr txBox="1">
            <a:spLocks noGrp="1"/>
          </p:cNvSpPr>
          <p:nvPr>
            <p:ph type="title"/>
          </p:nvPr>
        </p:nvSpPr>
        <p:spPr>
          <a:xfrm>
            <a:off x="1141413" y="618518"/>
            <a:ext cx="9905998" cy="147857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4111C"/>
              </a:buClr>
              <a:buSzPts val="3600"/>
              <a:buFont typeface="Times New Roman"/>
              <a:buNone/>
            </a:pPr>
            <a:r>
              <a:rPr lang="en-US" b="1" cap="small" dirty="0">
                <a:solidFill>
                  <a:srgbClr val="04111C"/>
                </a:solidFill>
                <a:latin typeface="Times New Roman"/>
                <a:ea typeface="Times New Roman"/>
                <a:cs typeface="Times New Roman"/>
                <a:sym typeface="Times New Roman"/>
              </a:rPr>
              <a:t>Objective:</a:t>
            </a:r>
            <a:br>
              <a:rPr lang="en-US" b="1" cap="small" dirty="0">
                <a:solidFill>
                  <a:srgbClr val="04111C"/>
                </a:solidFill>
                <a:latin typeface="Times New Roman"/>
                <a:ea typeface="Times New Roman"/>
                <a:cs typeface="Times New Roman"/>
                <a:sym typeface="Times New Roman"/>
              </a:rPr>
            </a:br>
            <a:endParaRPr b="1" cap="small" dirty="0">
              <a:solidFill>
                <a:srgbClr val="04111C"/>
              </a:solidFill>
              <a:latin typeface="Times New Roman"/>
              <a:ea typeface="Times New Roman"/>
              <a:cs typeface="Times New Roman"/>
              <a:sym typeface="Times New Roman"/>
            </a:endParaRPr>
          </a:p>
        </p:txBody>
      </p:sp>
      <p:sp>
        <p:nvSpPr>
          <p:cNvPr id="265" name="Google Shape;265;p6"/>
          <p:cNvSpPr txBox="1">
            <a:spLocks noGrp="1"/>
          </p:cNvSpPr>
          <p:nvPr>
            <p:ph type="body" idx="1"/>
          </p:nvPr>
        </p:nvSpPr>
        <p:spPr>
          <a:xfrm>
            <a:off x="954599" y="1658143"/>
            <a:ext cx="9905999" cy="3541714"/>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3000"/>
            </a:pPr>
            <a:r>
              <a:rPr lang="en-US" dirty="0">
                <a:latin typeface="Times New Roman" panose="02020603050405020304" pitchFamily="18" charset="0"/>
                <a:cs typeface="Times New Roman" panose="02020603050405020304" pitchFamily="18" charset="0"/>
              </a:rPr>
              <a:t>To develop an AI-based system that automates interior designing :</a:t>
            </a:r>
          </a:p>
          <a:p>
            <a:pPr lvl="0" indent="-457200">
              <a:spcBef>
                <a:spcPts val="0"/>
              </a:spcBef>
              <a:buSzPts val="3000"/>
              <a:buFont typeface="+mj-lt"/>
              <a:buAutoNum type="arabicPeriod"/>
            </a:pPr>
            <a:r>
              <a:rPr lang="en-US" b="1" dirty="0">
                <a:latin typeface="Times New Roman" panose="02020603050405020304" pitchFamily="18" charset="0"/>
                <a:cs typeface="Times New Roman" panose="02020603050405020304" pitchFamily="18" charset="0"/>
              </a:rPr>
              <a:t>Understanding room layouts</a:t>
            </a:r>
            <a:r>
              <a:rPr lang="en-US" dirty="0">
                <a:latin typeface="Times New Roman" panose="02020603050405020304" pitchFamily="18" charset="0"/>
                <a:cs typeface="Times New Roman" panose="02020603050405020304" pitchFamily="18" charset="0"/>
              </a:rPr>
              <a:t> using monocular video input</a:t>
            </a:r>
          </a:p>
          <a:p>
            <a:pPr lvl="0" indent="-457200">
              <a:spcBef>
                <a:spcPts val="0"/>
              </a:spcBef>
              <a:buSzPts val="3000"/>
              <a:buFont typeface="+mj-lt"/>
              <a:buAutoNum type="arabicPeriod"/>
            </a:pPr>
            <a:r>
              <a:rPr lang="en-US" b="1" dirty="0">
                <a:latin typeface="Times New Roman" panose="02020603050405020304" pitchFamily="18" charset="0"/>
                <a:cs typeface="Times New Roman" panose="02020603050405020304" pitchFamily="18" charset="0"/>
              </a:rPr>
              <a:t>Generating a 3D building model</a:t>
            </a:r>
            <a:r>
              <a:rPr lang="en-US" dirty="0">
                <a:latin typeface="Times New Roman" panose="02020603050405020304" pitchFamily="18" charset="0"/>
                <a:cs typeface="Times New Roman" panose="02020603050405020304" pitchFamily="18" charset="0"/>
              </a:rPr>
              <a:t> with spatial details.</a:t>
            </a:r>
          </a:p>
          <a:p>
            <a:pPr indent="-457200">
              <a:spcBef>
                <a:spcPts val="0"/>
              </a:spcBef>
              <a:buSzPts val="3000"/>
              <a:buFont typeface="+mj-lt"/>
              <a:buAutoNum type="arabicPeriod"/>
            </a:pPr>
            <a:r>
              <a:rPr lang="en-US" dirty="0">
                <a:latin typeface="Times New Roman" panose="02020603050405020304" pitchFamily="18" charset="0"/>
                <a:cs typeface="Times New Roman" panose="02020603050405020304" pitchFamily="18" charset="0"/>
              </a:rPr>
              <a:t>Using a </a:t>
            </a:r>
            <a:r>
              <a:rPr lang="en-US" b="1" dirty="0">
                <a:latin typeface="Times New Roman" panose="02020603050405020304" pitchFamily="18" charset="0"/>
                <a:cs typeface="Times New Roman" panose="02020603050405020304" pitchFamily="18" charset="0"/>
              </a:rPr>
              <a:t>Markov Decision Process (MDP)</a:t>
            </a:r>
            <a:r>
              <a:rPr lang="en-US" dirty="0">
                <a:latin typeface="Times New Roman" panose="02020603050405020304" pitchFamily="18" charset="0"/>
                <a:cs typeface="Times New Roman" panose="02020603050405020304" pitchFamily="18" charset="0"/>
              </a:rPr>
              <a:t> to make design decisions</a:t>
            </a:r>
          </a:p>
          <a:p>
            <a:pPr indent="-457200">
              <a:spcBef>
                <a:spcPts val="0"/>
              </a:spcBef>
              <a:buSzPts val="3000"/>
              <a:buFont typeface="+mj-lt"/>
              <a:buAutoNum type="arabicPeriod"/>
            </a:pPr>
            <a:r>
              <a:rPr lang="en-US" dirty="0">
                <a:latin typeface="Times New Roman" panose="02020603050405020304" pitchFamily="18" charset="0"/>
                <a:cs typeface="Times New Roman" panose="02020603050405020304" pitchFamily="18" charset="0"/>
              </a:rPr>
              <a:t>Helping users </a:t>
            </a:r>
            <a:r>
              <a:rPr lang="en-US" b="1" dirty="0">
                <a:latin typeface="Times New Roman" panose="02020603050405020304" pitchFamily="18" charset="0"/>
                <a:cs typeface="Times New Roman" panose="02020603050405020304" pitchFamily="18" charset="0"/>
              </a:rPr>
              <a:t>manage costs</a:t>
            </a:r>
            <a:r>
              <a:rPr lang="en-US" dirty="0">
                <a:latin typeface="Times New Roman" panose="02020603050405020304" pitchFamily="18" charset="0"/>
                <a:cs typeface="Times New Roman" panose="02020603050405020304" pitchFamily="18" charset="0"/>
              </a:rPr>
              <a:t> with real-time shopping suggestions and price tracking .</a:t>
            </a:r>
          </a:p>
          <a:p>
            <a:pPr indent="-457200">
              <a:spcBef>
                <a:spcPts val="0"/>
              </a:spcBef>
              <a:buSzPts val="3000"/>
              <a:buFont typeface="+mj-lt"/>
              <a:buAutoNum type="arabicPeriod"/>
            </a:pPr>
            <a:endParaRPr lang="en-US" dirty="0"/>
          </a:p>
          <a:p>
            <a:pPr lvl="0" indent="-457200">
              <a:spcBef>
                <a:spcPts val="0"/>
              </a:spcBef>
              <a:buSzPts val="3000"/>
              <a:buFont typeface="+mj-lt"/>
              <a:buAutoNum type="arabicPeriod"/>
            </a:pPr>
            <a:endParaRPr lang="en-US" dirty="0"/>
          </a:p>
          <a:p>
            <a:pPr marL="0" lvl="0" indent="0">
              <a:spcBef>
                <a:spcPts val="0"/>
              </a:spcBef>
              <a:buSzPts val="3000"/>
              <a:buNone/>
            </a:pPr>
            <a:endParaRPr lang="en-US" dirty="0"/>
          </a:p>
          <a:p>
            <a:pPr marL="228600" lvl="0" indent="-228600">
              <a:spcBef>
                <a:spcPts val="0"/>
              </a:spcBef>
              <a:buSzPts val="3000"/>
            </a:pP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g36c812bf553_0_0"/>
          <p:cNvSpPr txBox="1">
            <a:spLocks noGrp="1"/>
          </p:cNvSpPr>
          <p:nvPr>
            <p:ph type="title"/>
          </p:nvPr>
        </p:nvSpPr>
        <p:spPr>
          <a:xfrm>
            <a:off x="1141413" y="618518"/>
            <a:ext cx="9906000" cy="1478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rgbClr val="04111C"/>
              </a:buClr>
              <a:buSzPts val="3600"/>
              <a:buFont typeface="Times New Roman"/>
              <a:buNone/>
            </a:pPr>
            <a:r>
              <a:rPr lang="en-US" b="1" cap="small">
                <a:solidFill>
                  <a:srgbClr val="04111C"/>
                </a:solidFill>
                <a:latin typeface="Times New Roman"/>
                <a:ea typeface="Times New Roman"/>
                <a:cs typeface="Times New Roman"/>
                <a:sym typeface="Times New Roman"/>
              </a:rPr>
              <a:t>Conclusion:</a:t>
            </a:r>
            <a:endParaRPr/>
          </a:p>
        </p:txBody>
      </p:sp>
      <p:sp>
        <p:nvSpPr>
          <p:cNvPr id="271" name="Google Shape;271;g36c812bf553_0_0"/>
          <p:cNvSpPr txBox="1">
            <a:spLocks noGrp="1"/>
          </p:cNvSpPr>
          <p:nvPr>
            <p:ph type="body" idx="1"/>
          </p:nvPr>
        </p:nvSpPr>
        <p:spPr>
          <a:xfrm>
            <a:off x="1072586" y="1767706"/>
            <a:ext cx="9906000" cy="3541800"/>
          </a:xfrm>
          <a:prstGeom prst="rect">
            <a:avLst/>
          </a:prstGeom>
        </p:spPr>
        <p:txBody>
          <a:bodyPr spcFirstLastPara="1" wrap="square" lIns="91425" tIns="45700" rIns="91425" bIns="45700" anchor="t" anchorCtr="0">
            <a:normAutofit/>
          </a:bodyPr>
          <a:lstStyle/>
          <a:p>
            <a:pPr marL="0" lvl="0" indent="0">
              <a:buNone/>
            </a:pPr>
            <a:r>
              <a:rPr lang="en-US" dirty="0"/>
              <a:t>AI is transforming the interior design process by making it </a:t>
            </a:r>
            <a:r>
              <a:rPr lang="en-US" b="1" dirty="0"/>
              <a:t>faster, smarter, and more user-friendly</a:t>
            </a:r>
            <a:r>
              <a:rPr lang="en-US" dirty="0"/>
              <a:t>. Through tools like </a:t>
            </a:r>
            <a:r>
              <a:rPr lang="en-US" b="1" dirty="0"/>
              <a:t>Generative AI</a:t>
            </a:r>
            <a:r>
              <a:rPr lang="en-US" dirty="0"/>
              <a:t>, </a:t>
            </a:r>
            <a:r>
              <a:rPr lang="en-US" b="1" dirty="0"/>
              <a:t>Markov Decision Process</a:t>
            </a:r>
            <a:r>
              <a:rPr lang="en-US" dirty="0"/>
              <a:t>, and </a:t>
            </a:r>
            <a:r>
              <a:rPr lang="en-US" b="1" dirty="0"/>
              <a:t>real-time sensors</a:t>
            </a:r>
            <a:r>
              <a:rPr lang="en-US" dirty="0"/>
              <a:t>, design decisions can be automated, layouts can be generated from simple inputs, and user satisfaction can be improved with intelligent feedback.</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10"/>
          <p:cNvSpPr txBox="1">
            <a:spLocks noGrp="1"/>
          </p:cNvSpPr>
          <p:nvPr>
            <p:ph type="title"/>
          </p:nvPr>
        </p:nvSpPr>
        <p:spPr>
          <a:xfrm>
            <a:off x="1116246" y="1390305"/>
            <a:ext cx="10292781" cy="3668256"/>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4111C"/>
              </a:buClr>
              <a:buSzPts val="7200"/>
              <a:buFont typeface="Times New Roman"/>
              <a:buNone/>
            </a:pPr>
            <a:r>
              <a:rPr lang="en-US" sz="7200" b="1" cap="small">
                <a:solidFill>
                  <a:srgbClr val="04111C"/>
                </a:solidFill>
                <a:latin typeface="Times New Roman"/>
                <a:ea typeface="Times New Roman"/>
                <a:cs typeface="Times New Roman"/>
                <a:sym typeface="Times New Roman"/>
              </a:rPr>
              <a:t>Thank You!</a:t>
            </a:r>
            <a:endParaRPr sz="7200" b="1" cap="small">
              <a:solidFill>
                <a:srgbClr val="04111C"/>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11"/>
          <p:cNvSpPr txBox="1">
            <a:spLocks noGrp="1"/>
          </p:cNvSpPr>
          <p:nvPr>
            <p:ph type="title"/>
          </p:nvPr>
        </p:nvSpPr>
        <p:spPr>
          <a:xfrm>
            <a:off x="1141413" y="618518"/>
            <a:ext cx="10586396" cy="488466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4111C"/>
              </a:buClr>
              <a:buSzPts val="7200"/>
              <a:buFont typeface="Times New Roman"/>
              <a:buNone/>
            </a:pPr>
            <a:r>
              <a:rPr lang="en-US" sz="7200" b="1" cap="small">
                <a:solidFill>
                  <a:srgbClr val="04111C"/>
                </a:solidFill>
                <a:latin typeface="Times New Roman"/>
                <a:ea typeface="Times New Roman"/>
                <a:cs typeface="Times New Roman"/>
                <a:sym typeface="Times New Roman"/>
              </a:rPr>
              <a:t>Q&amp;A</a:t>
            </a:r>
            <a:r>
              <a:rPr lang="en-US" b="1">
                <a:solidFill>
                  <a:schemeClr val="dk1"/>
                </a:solidFill>
                <a:latin typeface="Cambria"/>
                <a:ea typeface="Cambria"/>
                <a:cs typeface="Cambria"/>
                <a:sym typeface="Cambria"/>
              </a:rPr>
              <a:t>……</a:t>
            </a:r>
            <a:endParaRPr>
              <a:solidFill>
                <a:schemeClr val="dk1"/>
              </a:solidFill>
            </a:endParaRPr>
          </a:p>
        </p:txBody>
      </p:sp>
    </p:spTree>
  </p:cSld>
  <p:clrMapOvr>
    <a:masterClrMapping/>
  </p:clrMapOvr>
</p:sld>
</file>

<file path=ppt/theme/theme1.xml><?xml version="1.0" encoding="utf-8"?>
<a:theme xmlns:a="http://schemas.openxmlformats.org/drawingml/2006/main" name="Circuit">
  <a:themeElements>
    <a:clrScheme name="Circuit">
      <a:dk1>
        <a:srgbClr val="000000"/>
      </a:dk1>
      <a:lt1>
        <a:srgbClr val="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103</TotalTime>
  <Words>425</Words>
  <Application>Microsoft Office PowerPoint</Application>
  <PresentationFormat>Widescreen</PresentationFormat>
  <Paragraphs>47</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Cambria</vt:lpstr>
      <vt:lpstr>Times New Roman</vt:lpstr>
      <vt:lpstr>Twentieth Century</vt:lpstr>
      <vt:lpstr>Circuit</vt:lpstr>
      <vt:lpstr>PowerPoint Presentation</vt:lpstr>
      <vt:lpstr>Outlines:</vt:lpstr>
      <vt:lpstr>Introduction To The Domain:</vt:lpstr>
      <vt:lpstr>Motivation: </vt:lpstr>
      <vt:lpstr>Problem Statement: </vt:lpstr>
      <vt:lpstr>Objective: </vt:lpstr>
      <vt:lpstr>Conclusion:</vt:lpstr>
      <vt:lpstr>Thank You!</vt:lpstr>
      <vt:lpstr>Q&amp;A……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Staff</dc:creator>
  <cp:lastModifiedBy>SUHANI YADAV</cp:lastModifiedBy>
  <cp:revision>4</cp:revision>
  <dcterms:created xsi:type="dcterms:W3CDTF">2023-03-15T10:51:29Z</dcterms:created>
  <dcterms:modified xsi:type="dcterms:W3CDTF">2025-07-07T03:36:54Z</dcterms:modified>
</cp:coreProperties>
</file>